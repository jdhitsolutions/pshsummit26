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sldIdLst>
    <p:sldId id="256" r:id="rId5"/>
    <p:sldId id="271" r:id="rId6"/>
    <p:sldId id="272" r:id="rId7"/>
    <p:sldId id="277" r:id="rId8"/>
    <p:sldId id="273" r:id="rId9"/>
    <p:sldId id="278" r:id="rId10"/>
    <p:sldId id="275" r:id="rId11"/>
    <p:sldId id="276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pos="384" userDrawn="1">
          <p15:clr>
            <a:srgbClr val="A4A3A4"/>
          </p15:clr>
        </p15:guide>
        <p15:guide id="5" orient="horz" pos="3936" userDrawn="1">
          <p15:clr>
            <a:srgbClr val="A4A3A4"/>
          </p15:clr>
        </p15:guide>
        <p15:guide id="6" orient="horz" pos="4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0D2F"/>
    <a:srgbClr val="2D2D78"/>
    <a:srgbClr val="92278F"/>
    <a:srgbClr val="000000"/>
    <a:srgbClr val="7030A0"/>
    <a:srgbClr val="2298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253DBD-EFAF-4041-92F5-C76F027A6E16}" v="80" dt="2026-04-08T01:29:17.2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6" y="148"/>
      </p:cViewPr>
      <p:guideLst>
        <p:guide orient="horz" pos="2160"/>
        <p:guide pos="3840"/>
        <p:guide pos="7296"/>
        <p:guide pos="384"/>
        <p:guide orient="horz" pos="3936"/>
        <p:guide orient="horz" pos="4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 Brown" userId="d73ec08e-b1e2-4bd1-9b5a-d15583909f3f" providerId="ADAL" clId="{15EBACD8-CEA1-48B6-B167-784D2D86586C}"/>
    <pc:docChg chg="undo redo custSel addSld delSld modSld sldOrd modMainMaster">
      <pc:chgData name="Jeff Brown" userId="d73ec08e-b1e2-4bd1-9b5a-d15583909f3f" providerId="ADAL" clId="{15EBACD8-CEA1-48B6-B167-784D2D86586C}" dt="2026-04-12T15:57:13.146" v="2466" actId="20577"/>
      <pc:docMkLst>
        <pc:docMk/>
      </pc:docMkLst>
      <pc:sldChg chg="addSp delSp modSp mod ord">
        <pc:chgData name="Jeff Brown" userId="d73ec08e-b1e2-4bd1-9b5a-d15583909f3f" providerId="ADAL" clId="{15EBACD8-CEA1-48B6-B167-784D2D86586C}" dt="2026-04-08T01:29:52.662" v="2463" actId="931"/>
        <pc:sldMkLst>
          <pc:docMk/>
          <pc:sldMk cId="158319760" sldId="271"/>
        </pc:sldMkLst>
        <pc:picChg chg="add mod">
          <ac:chgData name="Jeff Brown" userId="d73ec08e-b1e2-4bd1-9b5a-d15583909f3f" providerId="ADAL" clId="{15EBACD8-CEA1-48B6-B167-784D2D86586C}" dt="2026-04-08T01:29:52.662" v="2463" actId="931"/>
          <ac:picMkLst>
            <pc:docMk/>
            <pc:sldMk cId="158319760" sldId="271"/>
            <ac:picMk id="9" creationId="{D0389F69-0B58-8658-A704-5F055FCE8C8C}"/>
          </ac:picMkLst>
        </pc:picChg>
      </pc:sldChg>
      <pc:sldChg chg="addSp delSp modSp new mod setBg">
        <pc:chgData name="Jeff Brown" userId="d73ec08e-b1e2-4bd1-9b5a-d15583909f3f" providerId="ADAL" clId="{15EBACD8-CEA1-48B6-B167-784D2D86586C}" dt="2026-03-22T18:24:14.985" v="1759" actId="207"/>
        <pc:sldMkLst>
          <pc:docMk/>
          <pc:sldMk cId="3304102698" sldId="272"/>
        </pc:sldMkLst>
        <pc:spChg chg="mod">
          <ac:chgData name="Jeff Brown" userId="d73ec08e-b1e2-4bd1-9b5a-d15583909f3f" providerId="ADAL" clId="{15EBACD8-CEA1-48B6-B167-784D2D86586C}" dt="2026-03-22T18:24:14.985" v="1759" actId="207"/>
          <ac:spMkLst>
            <pc:docMk/>
            <pc:sldMk cId="3304102698" sldId="272"/>
            <ac:spMk id="3" creationId="{31432BA1-95D4-2FB8-8125-A913E0F39507}"/>
          </ac:spMkLst>
        </pc:spChg>
        <pc:spChg chg="add mod">
          <ac:chgData name="Jeff Brown" userId="d73ec08e-b1e2-4bd1-9b5a-d15583909f3f" providerId="ADAL" clId="{15EBACD8-CEA1-48B6-B167-784D2D86586C}" dt="2026-03-22T18:02:42.946" v="722" actId="20577"/>
          <ac:spMkLst>
            <pc:docMk/>
            <pc:sldMk cId="3304102698" sldId="272"/>
            <ac:spMk id="6" creationId="{640B683F-98A3-1548-9DF1-56A492027040}"/>
          </ac:spMkLst>
        </pc:spChg>
      </pc:sldChg>
      <pc:sldChg chg="addSp delSp modSp add mod modAnim">
        <pc:chgData name="Jeff Brown" userId="d73ec08e-b1e2-4bd1-9b5a-d15583909f3f" providerId="ADAL" clId="{15EBACD8-CEA1-48B6-B167-784D2D86586C}" dt="2026-04-08T01:05:23.877" v="2458"/>
        <pc:sldMkLst>
          <pc:docMk/>
          <pc:sldMk cId="276598506" sldId="273"/>
        </pc:sldMkLst>
        <pc:spChg chg="add del mod">
          <ac:chgData name="Jeff Brown" userId="d73ec08e-b1e2-4bd1-9b5a-d15583909f3f" providerId="ADAL" clId="{15EBACD8-CEA1-48B6-B167-784D2D86586C}" dt="2026-03-22T18:39:59.512" v="1817" actId="20577"/>
          <ac:spMkLst>
            <pc:docMk/>
            <pc:sldMk cId="276598506" sldId="273"/>
            <ac:spMk id="3" creationId="{C1234E2C-8A6A-0F01-EC5C-11C23327466A}"/>
          </ac:spMkLst>
        </pc:spChg>
        <pc:spChg chg="mod">
          <ac:chgData name="Jeff Brown" userId="d73ec08e-b1e2-4bd1-9b5a-d15583909f3f" providerId="ADAL" clId="{15EBACD8-CEA1-48B6-B167-784D2D86586C}" dt="2026-03-22T18:06:20.187" v="932" actId="20577"/>
          <ac:spMkLst>
            <pc:docMk/>
            <pc:sldMk cId="276598506" sldId="273"/>
            <ac:spMk id="4" creationId="{C8A95907-26A1-5EF2-BCC7-4F181250B584}"/>
          </ac:spMkLst>
        </pc:spChg>
      </pc:sldChg>
      <pc:sldChg chg="addSp delSp modSp add mod">
        <pc:chgData name="Jeff Brown" userId="d73ec08e-b1e2-4bd1-9b5a-d15583909f3f" providerId="ADAL" clId="{15EBACD8-CEA1-48B6-B167-784D2D86586C}" dt="2026-03-22T18:14:25.010" v="1232" actId="1076"/>
        <pc:sldMkLst>
          <pc:docMk/>
          <pc:sldMk cId="1289355056" sldId="275"/>
        </pc:sldMkLst>
        <pc:spChg chg="mod">
          <ac:chgData name="Jeff Brown" userId="d73ec08e-b1e2-4bd1-9b5a-d15583909f3f" providerId="ADAL" clId="{15EBACD8-CEA1-48B6-B167-784D2D86586C}" dt="2026-03-22T18:09:45.379" v="1218" actId="20577"/>
          <ac:spMkLst>
            <pc:docMk/>
            <pc:sldMk cId="1289355056" sldId="275"/>
            <ac:spMk id="4" creationId="{A8C901B4-2217-80E3-158A-734402156637}"/>
          </ac:spMkLst>
        </pc:spChg>
        <pc:picChg chg="add mod">
          <ac:chgData name="Jeff Brown" userId="d73ec08e-b1e2-4bd1-9b5a-d15583909f3f" providerId="ADAL" clId="{15EBACD8-CEA1-48B6-B167-784D2D86586C}" dt="2026-03-22T18:14:25.010" v="1232" actId="1076"/>
          <ac:picMkLst>
            <pc:docMk/>
            <pc:sldMk cId="1289355056" sldId="275"/>
            <ac:picMk id="1026" creationId="{64C760F4-5394-56D6-26DE-A009172C29CB}"/>
          </ac:picMkLst>
        </pc:picChg>
        <pc:picChg chg="add mod">
          <ac:chgData name="Jeff Brown" userId="d73ec08e-b1e2-4bd1-9b5a-d15583909f3f" providerId="ADAL" clId="{15EBACD8-CEA1-48B6-B167-784D2D86586C}" dt="2026-03-22T18:14:19.155" v="1231" actId="1076"/>
          <ac:picMkLst>
            <pc:docMk/>
            <pc:sldMk cId="1289355056" sldId="275"/>
            <ac:picMk id="1028" creationId="{21B4A96C-9130-501A-E50D-733A830C6500}"/>
          </ac:picMkLst>
        </pc:picChg>
      </pc:sldChg>
      <pc:sldChg chg="addSp modSp add mod ord">
        <pc:chgData name="Jeff Brown" userId="d73ec08e-b1e2-4bd1-9b5a-d15583909f3f" providerId="ADAL" clId="{15EBACD8-CEA1-48B6-B167-784D2D86586C}" dt="2026-03-22T18:22:21.131" v="1755" actId="20577"/>
        <pc:sldMkLst>
          <pc:docMk/>
          <pc:sldMk cId="568292429" sldId="276"/>
        </pc:sldMkLst>
        <pc:spChg chg="mod">
          <ac:chgData name="Jeff Brown" userId="d73ec08e-b1e2-4bd1-9b5a-d15583909f3f" providerId="ADAL" clId="{15EBACD8-CEA1-48B6-B167-784D2D86586C}" dt="2026-03-22T18:22:21.131" v="1755" actId="20577"/>
          <ac:spMkLst>
            <pc:docMk/>
            <pc:sldMk cId="568292429" sldId="276"/>
            <ac:spMk id="3" creationId="{59D3EA93-4835-E5BB-7466-8E6022ECB3C8}"/>
          </ac:spMkLst>
        </pc:spChg>
        <pc:spChg chg="mod">
          <ac:chgData name="Jeff Brown" userId="d73ec08e-b1e2-4bd1-9b5a-d15583909f3f" providerId="ADAL" clId="{15EBACD8-CEA1-48B6-B167-784D2D86586C}" dt="2026-03-22T18:14:43.126" v="1255" actId="20577"/>
          <ac:spMkLst>
            <pc:docMk/>
            <pc:sldMk cId="568292429" sldId="276"/>
            <ac:spMk id="4" creationId="{5C314C1E-FC1D-D8A9-DCFC-4ED865546F32}"/>
          </ac:spMkLst>
        </pc:spChg>
      </pc:sldChg>
      <pc:sldChg chg="addSp delSp modSp add mod">
        <pc:chgData name="Jeff Brown" userId="d73ec08e-b1e2-4bd1-9b5a-d15583909f3f" providerId="ADAL" clId="{15EBACD8-CEA1-48B6-B167-784D2D86586C}" dt="2026-03-22T18:38:07.784" v="1798" actId="1076"/>
        <pc:sldMkLst>
          <pc:docMk/>
          <pc:sldMk cId="1650297600" sldId="277"/>
        </pc:sldMkLst>
        <pc:spChg chg="mod">
          <ac:chgData name="Jeff Brown" userId="d73ec08e-b1e2-4bd1-9b5a-d15583909f3f" providerId="ADAL" clId="{15EBACD8-CEA1-48B6-B167-784D2D86586C}" dt="2026-03-22T18:37:23.123" v="1796" actId="404"/>
          <ac:spMkLst>
            <pc:docMk/>
            <pc:sldMk cId="1650297600" sldId="277"/>
            <ac:spMk id="6" creationId="{0FB11181-AD62-2DAC-7A14-2EBD4C159C67}"/>
          </ac:spMkLst>
        </pc:spChg>
        <pc:picChg chg="add mod">
          <ac:chgData name="Jeff Brown" userId="d73ec08e-b1e2-4bd1-9b5a-d15583909f3f" providerId="ADAL" clId="{15EBACD8-CEA1-48B6-B167-784D2D86586C}" dt="2026-03-22T18:38:07.784" v="1798" actId="1076"/>
          <ac:picMkLst>
            <pc:docMk/>
            <pc:sldMk cId="1650297600" sldId="277"/>
            <ac:picMk id="7" creationId="{7F43BF87-8097-0BC3-2A37-3BF755A51FC7}"/>
          </ac:picMkLst>
        </pc:picChg>
      </pc:sldChg>
      <pc:sldChg chg="addSp delSp modSp add mod modAnim">
        <pc:chgData name="Jeff Brown" userId="d73ec08e-b1e2-4bd1-9b5a-d15583909f3f" providerId="ADAL" clId="{15EBACD8-CEA1-48B6-B167-784D2D86586C}" dt="2026-04-08T00:57:13.273" v="2451"/>
        <pc:sldMkLst>
          <pc:docMk/>
          <pc:sldMk cId="3835124483" sldId="278"/>
        </pc:sldMkLst>
        <pc:spChg chg="mod topLvl">
          <ac:chgData name="Jeff Brown" userId="d73ec08e-b1e2-4bd1-9b5a-d15583909f3f" providerId="ADAL" clId="{15EBACD8-CEA1-48B6-B167-784D2D86586C}" dt="2026-04-08T00:48:06.644" v="2402" actId="164"/>
          <ac:spMkLst>
            <pc:docMk/>
            <pc:sldMk cId="3835124483" sldId="278"/>
            <ac:spMk id="3" creationId="{3B28453C-68E4-2E6A-438A-898A883ED8DD}"/>
          </ac:spMkLst>
        </pc:spChg>
        <pc:spChg chg="mod">
          <ac:chgData name="Jeff Brown" userId="d73ec08e-b1e2-4bd1-9b5a-d15583909f3f" providerId="ADAL" clId="{15EBACD8-CEA1-48B6-B167-784D2D86586C}" dt="2026-04-08T00:50:19.249" v="2418" actId="1076"/>
          <ac:spMkLst>
            <pc:docMk/>
            <pc:sldMk cId="3835124483" sldId="278"/>
            <ac:spMk id="4" creationId="{EFE82BE2-6738-E090-2887-EF8F5FE26A67}"/>
          </ac:spMkLst>
        </pc:spChg>
        <pc:spChg chg="mod topLvl">
          <ac:chgData name="Jeff Brown" userId="d73ec08e-b1e2-4bd1-9b5a-d15583909f3f" providerId="ADAL" clId="{15EBACD8-CEA1-48B6-B167-784D2D86586C}" dt="2026-04-08T00:48:06.644" v="2402" actId="164"/>
          <ac:spMkLst>
            <pc:docMk/>
            <pc:sldMk cId="3835124483" sldId="278"/>
            <ac:spMk id="5" creationId="{B553617A-BC5A-AC77-5832-658A3771B829}"/>
          </ac:spMkLst>
        </pc:spChg>
        <pc:spChg chg="add del mod">
          <ac:chgData name="Jeff Brown" userId="d73ec08e-b1e2-4bd1-9b5a-d15583909f3f" providerId="ADAL" clId="{15EBACD8-CEA1-48B6-B167-784D2D86586C}" dt="2026-03-24T18:34:24.566" v="2267" actId="164"/>
          <ac:spMkLst>
            <pc:docMk/>
            <pc:sldMk cId="3835124483" sldId="278"/>
            <ac:spMk id="6" creationId="{8F082473-7ED4-81C7-2F74-3D28EBEB64B4}"/>
          </ac:spMkLst>
        </pc:spChg>
        <pc:spChg chg="add mod">
          <ac:chgData name="Jeff Brown" userId="d73ec08e-b1e2-4bd1-9b5a-d15583909f3f" providerId="ADAL" clId="{15EBACD8-CEA1-48B6-B167-784D2D86586C}" dt="2026-03-24T18:34:24.566" v="2267" actId="164"/>
          <ac:spMkLst>
            <pc:docMk/>
            <pc:sldMk cId="3835124483" sldId="278"/>
            <ac:spMk id="7" creationId="{015CA14E-152B-B37F-5FB0-1CEB94E74050}"/>
          </ac:spMkLst>
        </pc:spChg>
        <pc:spChg chg="add mod">
          <ac:chgData name="Jeff Brown" userId="d73ec08e-b1e2-4bd1-9b5a-d15583909f3f" providerId="ADAL" clId="{15EBACD8-CEA1-48B6-B167-784D2D86586C}" dt="2026-03-24T18:34:24.566" v="2267" actId="164"/>
          <ac:spMkLst>
            <pc:docMk/>
            <pc:sldMk cId="3835124483" sldId="278"/>
            <ac:spMk id="8" creationId="{D14554D6-DBB8-5A10-DFB7-5A08C57B50B9}"/>
          </ac:spMkLst>
        </pc:spChg>
        <pc:spChg chg="add mod">
          <ac:chgData name="Jeff Brown" userId="d73ec08e-b1e2-4bd1-9b5a-d15583909f3f" providerId="ADAL" clId="{15EBACD8-CEA1-48B6-B167-784D2D86586C}" dt="2026-04-08T00:49:16.179" v="2412" actId="554"/>
          <ac:spMkLst>
            <pc:docMk/>
            <pc:sldMk cId="3835124483" sldId="278"/>
            <ac:spMk id="10" creationId="{2B8F0A66-0A80-BA51-455A-1D11D5C54600}"/>
          </ac:spMkLst>
        </pc:spChg>
        <pc:spChg chg="add mod">
          <ac:chgData name="Jeff Brown" userId="d73ec08e-b1e2-4bd1-9b5a-d15583909f3f" providerId="ADAL" clId="{15EBACD8-CEA1-48B6-B167-784D2D86586C}" dt="2026-04-08T00:56:57.873" v="2448" actId="1076"/>
          <ac:spMkLst>
            <pc:docMk/>
            <pc:sldMk cId="3835124483" sldId="278"/>
            <ac:spMk id="16" creationId="{BCB5890B-4604-D254-8D2B-11EA7AB3AB34}"/>
          </ac:spMkLst>
        </pc:spChg>
        <pc:spChg chg="add mod">
          <ac:chgData name="Jeff Brown" userId="d73ec08e-b1e2-4bd1-9b5a-d15583909f3f" providerId="ADAL" clId="{15EBACD8-CEA1-48B6-B167-784D2D86586C}" dt="2026-04-08T00:49:16.179" v="2412" actId="554"/>
          <ac:spMkLst>
            <pc:docMk/>
            <pc:sldMk cId="3835124483" sldId="278"/>
            <ac:spMk id="18" creationId="{65821E91-F03A-EB9D-34A9-E8CBD7EC49A8}"/>
          </ac:spMkLst>
        </pc:spChg>
        <pc:spChg chg="add mod">
          <ac:chgData name="Jeff Brown" userId="d73ec08e-b1e2-4bd1-9b5a-d15583909f3f" providerId="ADAL" clId="{15EBACD8-CEA1-48B6-B167-784D2D86586C}" dt="2026-03-24T18:34:35.424" v="2268" actId="164"/>
          <ac:spMkLst>
            <pc:docMk/>
            <pc:sldMk cId="3835124483" sldId="278"/>
            <ac:spMk id="19" creationId="{573C4F0C-CBE7-E187-AE81-098ECED06527}"/>
          </ac:spMkLst>
        </pc:spChg>
        <pc:spChg chg="add mod">
          <ac:chgData name="Jeff Brown" userId="d73ec08e-b1e2-4bd1-9b5a-d15583909f3f" providerId="ADAL" clId="{15EBACD8-CEA1-48B6-B167-784D2D86586C}" dt="2026-03-24T18:34:35.424" v="2268" actId="164"/>
          <ac:spMkLst>
            <pc:docMk/>
            <pc:sldMk cId="3835124483" sldId="278"/>
            <ac:spMk id="20" creationId="{DD691ED6-15CE-9F2D-8455-1EDCC9D2DAA1}"/>
          </ac:spMkLst>
        </pc:spChg>
        <pc:spChg chg="add mod">
          <ac:chgData name="Jeff Brown" userId="d73ec08e-b1e2-4bd1-9b5a-d15583909f3f" providerId="ADAL" clId="{15EBACD8-CEA1-48B6-B167-784D2D86586C}" dt="2026-03-24T18:34:35.424" v="2268" actId="164"/>
          <ac:spMkLst>
            <pc:docMk/>
            <pc:sldMk cId="3835124483" sldId="278"/>
            <ac:spMk id="21" creationId="{5878DB08-B8E1-823E-721C-760FA5EFD990}"/>
          </ac:spMkLst>
        </pc:spChg>
        <pc:spChg chg="add mod">
          <ac:chgData name="Jeff Brown" userId="d73ec08e-b1e2-4bd1-9b5a-d15583909f3f" providerId="ADAL" clId="{15EBACD8-CEA1-48B6-B167-784D2D86586C}" dt="2026-04-08T00:49:20.213" v="2413" actId="408"/>
          <ac:spMkLst>
            <pc:docMk/>
            <pc:sldMk cId="3835124483" sldId="278"/>
            <ac:spMk id="22" creationId="{22F758CD-CBB0-A73F-AB15-48F9F5BCC819}"/>
          </ac:spMkLst>
        </pc:spChg>
        <pc:spChg chg="add mod">
          <ac:chgData name="Jeff Brown" userId="d73ec08e-b1e2-4bd1-9b5a-d15583909f3f" providerId="ADAL" clId="{15EBACD8-CEA1-48B6-B167-784D2D86586C}" dt="2026-03-24T18:34:42.121" v="2269" actId="164"/>
          <ac:spMkLst>
            <pc:docMk/>
            <pc:sldMk cId="3835124483" sldId="278"/>
            <ac:spMk id="23" creationId="{9A8DB5E3-AE16-C707-DB13-4843361F9FCE}"/>
          </ac:spMkLst>
        </pc:spChg>
        <pc:spChg chg="add mod">
          <ac:chgData name="Jeff Brown" userId="d73ec08e-b1e2-4bd1-9b5a-d15583909f3f" providerId="ADAL" clId="{15EBACD8-CEA1-48B6-B167-784D2D86586C}" dt="2026-03-24T18:34:42.121" v="2269" actId="164"/>
          <ac:spMkLst>
            <pc:docMk/>
            <pc:sldMk cId="3835124483" sldId="278"/>
            <ac:spMk id="24" creationId="{586465E1-6721-5979-4670-049F1E7F0D06}"/>
          </ac:spMkLst>
        </pc:spChg>
        <pc:spChg chg="add mod">
          <ac:chgData name="Jeff Brown" userId="d73ec08e-b1e2-4bd1-9b5a-d15583909f3f" providerId="ADAL" clId="{15EBACD8-CEA1-48B6-B167-784D2D86586C}" dt="2026-03-24T18:34:42.121" v="2269" actId="164"/>
          <ac:spMkLst>
            <pc:docMk/>
            <pc:sldMk cId="3835124483" sldId="278"/>
            <ac:spMk id="25" creationId="{23CBD565-FBB1-A3B6-6EF9-2EE0C3C38B08}"/>
          </ac:spMkLst>
        </pc:spChg>
        <pc:spChg chg="add mod">
          <ac:chgData name="Jeff Brown" userId="d73ec08e-b1e2-4bd1-9b5a-d15583909f3f" providerId="ADAL" clId="{15EBACD8-CEA1-48B6-B167-784D2D86586C}" dt="2026-04-08T00:49:20.213" v="2413" actId="408"/>
          <ac:spMkLst>
            <pc:docMk/>
            <pc:sldMk cId="3835124483" sldId="278"/>
            <ac:spMk id="26" creationId="{7531E02B-BFB6-765A-A346-259A0AA36875}"/>
          </ac:spMkLst>
        </pc:spChg>
        <pc:spChg chg="add mod topLvl">
          <ac:chgData name="Jeff Brown" userId="d73ec08e-b1e2-4bd1-9b5a-d15583909f3f" providerId="ADAL" clId="{15EBACD8-CEA1-48B6-B167-784D2D86586C}" dt="2026-04-08T00:47:14.463" v="2378" actId="164"/>
          <ac:spMkLst>
            <pc:docMk/>
            <pc:sldMk cId="3835124483" sldId="278"/>
            <ac:spMk id="27" creationId="{C6366B4F-B107-7387-445F-F06C333A240E}"/>
          </ac:spMkLst>
        </pc:spChg>
        <pc:spChg chg="add mod topLvl">
          <ac:chgData name="Jeff Brown" userId="d73ec08e-b1e2-4bd1-9b5a-d15583909f3f" providerId="ADAL" clId="{15EBACD8-CEA1-48B6-B167-784D2D86586C}" dt="2026-04-08T00:47:14.463" v="2378" actId="164"/>
          <ac:spMkLst>
            <pc:docMk/>
            <pc:sldMk cId="3835124483" sldId="278"/>
            <ac:spMk id="28" creationId="{CC571E07-3770-0CE0-2E89-840160F75A9F}"/>
          </ac:spMkLst>
        </pc:spChg>
        <pc:spChg chg="add mod topLvl">
          <ac:chgData name="Jeff Brown" userId="d73ec08e-b1e2-4bd1-9b5a-d15583909f3f" providerId="ADAL" clId="{15EBACD8-CEA1-48B6-B167-784D2D86586C}" dt="2026-04-08T00:47:14.463" v="2378" actId="164"/>
          <ac:spMkLst>
            <pc:docMk/>
            <pc:sldMk cId="3835124483" sldId="278"/>
            <ac:spMk id="29" creationId="{63874A82-97D1-2077-0E16-9FD02A310851}"/>
          </ac:spMkLst>
        </pc:spChg>
        <pc:spChg chg="add mod">
          <ac:chgData name="Jeff Brown" userId="d73ec08e-b1e2-4bd1-9b5a-d15583909f3f" providerId="ADAL" clId="{15EBACD8-CEA1-48B6-B167-784D2D86586C}" dt="2026-04-08T00:49:20.213" v="2413" actId="408"/>
          <ac:spMkLst>
            <pc:docMk/>
            <pc:sldMk cId="3835124483" sldId="278"/>
            <ac:spMk id="34" creationId="{15962B37-CA9E-2CB8-5EB7-12C5D7249255}"/>
          </ac:spMkLst>
        </pc:spChg>
        <pc:grpChg chg="add mod">
          <ac:chgData name="Jeff Brown" userId="d73ec08e-b1e2-4bd1-9b5a-d15583909f3f" providerId="ADAL" clId="{15EBACD8-CEA1-48B6-B167-784D2D86586C}" dt="2026-04-08T00:48:35.583" v="2405" actId="1076"/>
          <ac:grpSpMkLst>
            <pc:docMk/>
            <pc:sldMk cId="3835124483" sldId="278"/>
            <ac:grpSpMk id="11" creationId="{005BDDDA-ACEE-FBE6-3C3E-4AE10D85ABA5}"/>
          </ac:grpSpMkLst>
        </pc:grpChg>
        <pc:grpChg chg="add mod">
          <ac:chgData name="Jeff Brown" userId="d73ec08e-b1e2-4bd1-9b5a-d15583909f3f" providerId="ADAL" clId="{15EBACD8-CEA1-48B6-B167-784D2D86586C}" dt="2026-04-08T00:48:35.583" v="2405" actId="1076"/>
          <ac:grpSpMkLst>
            <pc:docMk/>
            <pc:sldMk cId="3835124483" sldId="278"/>
            <ac:grpSpMk id="13" creationId="{8EBAB4B6-AAA1-52EE-8A9D-432BA6EB808F}"/>
          </ac:grpSpMkLst>
        </pc:grpChg>
        <pc:grpChg chg="add mod">
          <ac:chgData name="Jeff Brown" userId="d73ec08e-b1e2-4bd1-9b5a-d15583909f3f" providerId="ADAL" clId="{15EBACD8-CEA1-48B6-B167-784D2D86586C}" dt="2026-04-08T00:48:35.583" v="2405" actId="1076"/>
          <ac:grpSpMkLst>
            <pc:docMk/>
            <pc:sldMk cId="3835124483" sldId="278"/>
            <ac:grpSpMk id="30" creationId="{1182CC61-BF45-2BA9-3739-67466D1AE7FC}"/>
          </ac:grpSpMkLst>
        </pc:grpChg>
        <pc:grpChg chg="add mod">
          <ac:chgData name="Jeff Brown" userId="d73ec08e-b1e2-4bd1-9b5a-d15583909f3f" providerId="ADAL" clId="{15EBACD8-CEA1-48B6-B167-784D2D86586C}" dt="2026-04-08T00:48:35.583" v="2405" actId="1076"/>
          <ac:grpSpMkLst>
            <pc:docMk/>
            <pc:sldMk cId="3835124483" sldId="278"/>
            <ac:grpSpMk id="31" creationId="{7C4121C2-D426-3228-27E5-C0995E6716DE}"/>
          </ac:grpSpMkLst>
        </pc:grpChg>
        <pc:grpChg chg="add mod">
          <ac:chgData name="Jeff Brown" userId="d73ec08e-b1e2-4bd1-9b5a-d15583909f3f" providerId="ADAL" clId="{15EBACD8-CEA1-48B6-B167-784D2D86586C}" dt="2026-04-08T00:48:35.583" v="2405" actId="1076"/>
          <ac:grpSpMkLst>
            <pc:docMk/>
            <pc:sldMk cId="3835124483" sldId="278"/>
            <ac:grpSpMk id="32" creationId="{F0B195F4-534A-DD77-EEA2-B83A71A1661D}"/>
          </ac:grpSpMkLst>
        </pc:grpChg>
        <pc:picChg chg="add mod">
          <ac:chgData name="Jeff Brown" userId="d73ec08e-b1e2-4bd1-9b5a-d15583909f3f" providerId="ADAL" clId="{15EBACD8-CEA1-48B6-B167-784D2D86586C}" dt="2026-04-08T00:57:06.688" v="2450" actId="1076"/>
          <ac:picMkLst>
            <pc:docMk/>
            <pc:sldMk cId="3835124483" sldId="278"/>
            <ac:picMk id="15" creationId="{5CD808E4-3219-F0A1-05A5-B5C2B75F784C}"/>
          </ac:picMkLst>
        </pc:picChg>
      </pc:sldChg>
      <pc:sldMasterChg chg="modSldLayout">
        <pc:chgData name="Jeff Brown" userId="d73ec08e-b1e2-4bd1-9b5a-d15583909f3f" providerId="ADAL" clId="{15EBACD8-CEA1-48B6-B167-784D2D86586C}" dt="2026-04-12T15:57:13.146" v="2466" actId="20577"/>
        <pc:sldMasterMkLst>
          <pc:docMk/>
          <pc:sldMasterMk cId="306822565" sldId="2147483648"/>
        </pc:sldMasterMkLst>
        <pc:sldLayoutChg chg="modSp mod">
          <pc:chgData name="Jeff Brown" userId="d73ec08e-b1e2-4bd1-9b5a-d15583909f3f" providerId="ADAL" clId="{15EBACD8-CEA1-48B6-B167-784D2D86586C}" dt="2026-04-12T15:57:13.146" v="2466" actId="20577"/>
          <pc:sldLayoutMkLst>
            <pc:docMk/>
            <pc:sldMasterMk cId="306822565" sldId="2147483648"/>
            <pc:sldLayoutMk cId="3845294658" sldId="2147483650"/>
          </pc:sldLayoutMkLst>
          <pc:spChg chg="mod">
            <ac:chgData name="Jeff Brown" userId="d73ec08e-b1e2-4bd1-9b5a-d15583909f3f" providerId="ADAL" clId="{15EBACD8-CEA1-48B6-B167-784D2D86586C}" dt="2026-04-12T15:57:13.146" v="2466" actId="20577"/>
            <ac:spMkLst>
              <pc:docMk/>
              <pc:sldMasterMk cId="306822565" sldId="2147483648"/>
              <pc:sldLayoutMk cId="3845294658" sldId="2147483650"/>
              <ac:spMk id="31" creationId="{3C18B3CF-DAA6-BF31-CA98-DD032E6C3A56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D7AA7-6947-46DE-8F8D-972DE75C4888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D6F596-DFBB-42B8-ADCC-5FC29CF5B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066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F596-DFBB-42B8-ADCC-5FC29CF5B49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294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5E41935-A6BA-C59A-85AA-973BED0C276C}"/>
              </a:ext>
            </a:extLst>
          </p:cNvPr>
          <p:cNvGrpSpPr/>
          <p:nvPr userDrawn="1"/>
        </p:nvGrpSpPr>
        <p:grpSpPr>
          <a:xfrm>
            <a:off x="309324" y="3273040"/>
            <a:ext cx="11573353" cy="3587612"/>
            <a:chOff x="309324" y="4684536"/>
            <a:chExt cx="11573353" cy="2176115"/>
          </a:xfrm>
        </p:grpSpPr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26D6A40A-4A1C-A796-F8EE-E028FC658B9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4684536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DD3B336-811E-4F0C-18DD-95C9EDBFC7EE}"/>
                </a:ext>
              </a:extLst>
            </p:cNvPr>
            <p:cNvSpPr/>
            <p:nvPr userDrawn="1"/>
          </p:nvSpPr>
          <p:spPr>
            <a:xfrm>
              <a:off x="3523144" y="5140280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0B2F759-A522-5078-C5F5-F2D2FDBBDC08}"/>
                </a:ext>
              </a:extLst>
            </p:cNvPr>
            <p:cNvSpPr/>
            <p:nvPr userDrawn="1"/>
          </p:nvSpPr>
          <p:spPr>
            <a:xfrm>
              <a:off x="6101400" y="5294244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CD302D2-D521-2C0C-1C51-7B1CF27EACA4}"/>
                </a:ext>
              </a:extLst>
            </p:cNvPr>
            <p:cNvSpPr/>
            <p:nvPr userDrawn="1"/>
          </p:nvSpPr>
          <p:spPr>
            <a:xfrm>
              <a:off x="309324" y="5063298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16">
              <a:extLst>
                <a:ext uri="{FF2B5EF4-FFF2-40B4-BE49-F238E27FC236}">
                  <a16:creationId xmlns:a16="http://schemas.microsoft.com/office/drawing/2014/main" id="{E43BD3B6-9AE7-5E0B-4D10-1CC73FA9F03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4937044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17">
              <a:extLst>
                <a:ext uri="{FF2B5EF4-FFF2-40B4-BE49-F238E27FC236}">
                  <a16:creationId xmlns:a16="http://schemas.microsoft.com/office/drawing/2014/main" id="{6889B223-4C2E-F441-2738-B4E0870F1FC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4810790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2140262-FB6C-DD71-4C24-FF1C596755D6}"/>
                </a:ext>
              </a:extLst>
            </p:cNvPr>
            <p:cNvSpPr/>
            <p:nvPr userDrawn="1"/>
          </p:nvSpPr>
          <p:spPr>
            <a:xfrm>
              <a:off x="7372528" y="5217262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28">
              <a:extLst>
                <a:ext uri="{FF2B5EF4-FFF2-40B4-BE49-F238E27FC236}">
                  <a16:creationId xmlns:a16="http://schemas.microsoft.com/office/drawing/2014/main" id="{A31B7553-9E63-0970-4DA8-BCF8552DDD10}"/>
                </a:ext>
              </a:extLst>
            </p:cNvPr>
            <p:cNvSpPr/>
            <p:nvPr userDrawn="1"/>
          </p:nvSpPr>
          <p:spPr>
            <a:xfrm>
              <a:off x="944888" y="5679154"/>
              <a:ext cx="25200" cy="1178846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CAC4C2F4-38F2-F605-D54A-74EE044E4DC1}"/>
                </a:ext>
              </a:extLst>
            </p:cNvPr>
            <p:cNvSpPr/>
            <p:nvPr userDrawn="1"/>
          </p:nvSpPr>
          <p:spPr>
            <a:xfrm>
              <a:off x="2252016" y="6064064"/>
              <a:ext cx="25200" cy="793936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B928D546-59DD-2F71-446F-6493A064FA4A}"/>
                </a:ext>
              </a:extLst>
            </p:cNvPr>
            <p:cNvSpPr/>
            <p:nvPr userDrawn="1"/>
          </p:nvSpPr>
          <p:spPr>
            <a:xfrm>
              <a:off x="2887580" y="5833118"/>
              <a:ext cx="25200" cy="1024882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35">
              <a:extLst>
                <a:ext uri="{FF2B5EF4-FFF2-40B4-BE49-F238E27FC236}">
                  <a16:creationId xmlns:a16="http://schemas.microsoft.com/office/drawing/2014/main" id="{2D5A94F5-2B9D-6578-59FF-D52962A6910D}"/>
                </a:ext>
              </a:extLst>
            </p:cNvPr>
            <p:cNvSpPr/>
            <p:nvPr userDrawn="1"/>
          </p:nvSpPr>
          <p:spPr>
            <a:xfrm>
              <a:off x="4158708" y="5371226"/>
              <a:ext cx="25200" cy="1486774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7E872695-F10E-0218-38ED-34C71FEF09B0}"/>
                </a:ext>
              </a:extLst>
            </p:cNvPr>
            <p:cNvSpPr/>
            <p:nvPr userDrawn="1"/>
          </p:nvSpPr>
          <p:spPr>
            <a:xfrm>
              <a:off x="4794272" y="5448208"/>
              <a:ext cx="25200" cy="1409792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39">
              <a:extLst>
                <a:ext uri="{FF2B5EF4-FFF2-40B4-BE49-F238E27FC236}">
                  <a16:creationId xmlns:a16="http://schemas.microsoft.com/office/drawing/2014/main" id="{DF8BDF12-8B2C-FF80-2FD8-57DDA33DDD01}"/>
                </a:ext>
              </a:extLst>
            </p:cNvPr>
            <p:cNvSpPr/>
            <p:nvPr userDrawn="1"/>
          </p:nvSpPr>
          <p:spPr>
            <a:xfrm>
              <a:off x="6736964" y="6141046"/>
              <a:ext cx="25200" cy="716954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1">
              <a:extLst>
                <a:ext uri="{FF2B5EF4-FFF2-40B4-BE49-F238E27FC236}">
                  <a16:creationId xmlns:a16="http://schemas.microsoft.com/office/drawing/2014/main" id="{C1166CD3-7978-96F6-38F4-968F7B721A97}"/>
                </a:ext>
              </a:extLst>
            </p:cNvPr>
            <p:cNvSpPr/>
            <p:nvPr userDrawn="1"/>
          </p:nvSpPr>
          <p:spPr>
            <a:xfrm>
              <a:off x="8008092" y="5756136"/>
              <a:ext cx="25200" cy="1101864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8B1F6092-D5CE-AA22-3C93-FCA2332027B1}"/>
                </a:ext>
              </a:extLst>
            </p:cNvPr>
            <p:cNvSpPr/>
            <p:nvPr userDrawn="1"/>
          </p:nvSpPr>
          <p:spPr>
            <a:xfrm>
              <a:off x="9315220" y="5602172"/>
              <a:ext cx="25200" cy="125582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45">
              <a:extLst>
                <a:ext uri="{FF2B5EF4-FFF2-40B4-BE49-F238E27FC236}">
                  <a16:creationId xmlns:a16="http://schemas.microsoft.com/office/drawing/2014/main" id="{E54594B8-EF62-933F-69FE-8E660CE8A776}"/>
                </a:ext>
              </a:extLst>
            </p:cNvPr>
            <p:cNvSpPr/>
            <p:nvPr userDrawn="1"/>
          </p:nvSpPr>
          <p:spPr>
            <a:xfrm>
              <a:off x="9950784" y="5987082"/>
              <a:ext cx="25200" cy="870918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47">
              <a:extLst>
                <a:ext uri="{FF2B5EF4-FFF2-40B4-BE49-F238E27FC236}">
                  <a16:creationId xmlns:a16="http://schemas.microsoft.com/office/drawing/2014/main" id="{F6C7D721-70F6-7AD7-C943-FE7FBCA029F9}"/>
                </a:ext>
              </a:extLst>
            </p:cNvPr>
            <p:cNvSpPr/>
            <p:nvPr userDrawn="1"/>
          </p:nvSpPr>
          <p:spPr>
            <a:xfrm>
              <a:off x="10586348" y="6218024"/>
              <a:ext cx="25200" cy="639977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49">
              <a:extLst>
                <a:ext uri="{FF2B5EF4-FFF2-40B4-BE49-F238E27FC236}">
                  <a16:creationId xmlns:a16="http://schemas.microsoft.com/office/drawing/2014/main" id="{F26AE266-962B-41B9-9606-64043F189F9C}"/>
                </a:ext>
              </a:extLst>
            </p:cNvPr>
            <p:cNvSpPr/>
            <p:nvPr userDrawn="1"/>
          </p:nvSpPr>
          <p:spPr>
            <a:xfrm>
              <a:off x="11221912" y="5525190"/>
              <a:ext cx="25200" cy="1332810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51">
              <a:extLst>
                <a:ext uri="{FF2B5EF4-FFF2-40B4-BE49-F238E27FC236}">
                  <a16:creationId xmlns:a16="http://schemas.microsoft.com/office/drawing/2014/main" id="{D2E4A96E-EF12-025D-0D78-DE5E9899FA6E}"/>
                </a:ext>
              </a:extLst>
            </p:cNvPr>
            <p:cNvSpPr/>
            <p:nvPr userDrawn="1"/>
          </p:nvSpPr>
          <p:spPr>
            <a:xfrm>
              <a:off x="11857477" y="5910100"/>
              <a:ext cx="25200" cy="947900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C1017216-C550-97D9-B88D-918E5523D321}"/>
              </a:ext>
            </a:extLst>
          </p:cNvPr>
          <p:cNvSpPr txBox="1"/>
          <p:nvPr userDrawn="1"/>
        </p:nvSpPr>
        <p:spPr>
          <a:xfrm>
            <a:off x="10920872" y="6138370"/>
            <a:ext cx="890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BF03E32-72BD-0347-AAE1-87B13DE37447}" type="slidenum">
              <a:rPr lang="en-ID" sz="2000" b="1" u="none" strike="noStrike" smtClea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‹#›</a:t>
            </a:fld>
            <a:r>
              <a:rPr lang="en-ID" sz="2000" b="1" u="none" strike="noStrike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 </a:t>
            </a:r>
            <a:r>
              <a:rPr lang="en-ID" sz="1400" u="none" strike="noStrike">
                <a:solidFill>
                  <a:schemeClr val="bg1"/>
                </a:soli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/ 15</a:t>
            </a:r>
            <a:endParaRPr lang="en-US" sz="2000">
              <a:solidFill>
                <a:schemeClr val="bg1"/>
              </a:solidFill>
              <a:latin typeface="Play" panose="00000500000000000000" pitchFamily="2" charset="0"/>
              <a:ea typeface="Roboto Mono" pitchFamily="49" charset="0"/>
              <a:cs typeface="Space Grotesk" pitchFamily="2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9D377CE-076D-C80C-A7BA-38DFC08885AD}"/>
              </a:ext>
            </a:extLst>
          </p:cNvPr>
          <p:cNvSpPr/>
          <p:nvPr userDrawn="1"/>
        </p:nvSpPr>
        <p:spPr>
          <a:xfrm>
            <a:off x="3368799" y="3984537"/>
            <a:ext cx="5285657" cy="439362"/>
          </a:xfrm>
          <a:prstGeom prst="roundRect">
            <a:avLst>
              <a:gd name="adj" fmla="val 18112"/>
            </a:avLst>
          </a:prstGeom>
          <a:noFill/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B914A66-817E-E8D4-E30A-4254D3A3B4EA}"/>
              </a:ext>
            </a:extLst>
          </p:cNvPr>
          <p:cNvSpPr/>
          <p:nvPr userDrawn="1"/>
        </p:nvSpPr>
        <p:spPr>
          <a:xfrm>
            <a:off x="3363959" y="4686913"/>
            <a:ext cx="5340895" cy="439362"/>
          </a:xfrm>
          <a:prstGeom prst="roundRect">
            <a:avLst>
              <a:gd name="adj" fmla="val 18112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631427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ntent no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F29BCF-C1AD-D2CE-316E-E61C94A280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2375" y="1992193"/>
            <a:ext cx="9903723" cy="22939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F35E6322-336D-EE32-D30A-D2DF0148FF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448844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D3504F6-8EDE-4217-910B-79DB465C12C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5551" y="1318989"/>
            <a:ext cx="4839150" cy="4135480"/>
          </a:xfrm>
          <a:custGeom>
            <a:avLst/>
            <a:gdLst>
              <a:gd name="connsiteX0" fmla="*/ 227534 w 4839150"/>
              <a:gd name="connsiteY0" fmla="*/ 0 h 4135480"/>
              <a:gd name="connsiteX1" fmla="*/ 4611616 w 4839150"/>
              <a:gd name="connsiteY1" fmla="*/ 0 h 4135480"/>
              <a:gd name="connsiteX2" fmla="*/ 4839150 w 4839150"/>
              <a:gd name="connsiteY2" fmla="*/ 227534 h 4135480"/>
              <a:gd name="connsiteX3" fmla="*/ 4839150 w 4839150"/>
              <a:gd name="connsiteY3" fmla="*/ 3907946 h 4135480"/>
              <a:gd name="connsiteX4" fmla="*/ 4611616 w 4839150"/>
              <a:gd name="connsiteY4" fmla="*/ 4135480 h 4135480"/>
              <a:gd name="connsiteX5" fmla="*/ 227534 w 4839150"/>
              <a:gd name="connsiteY5" fmla="*/ 4135480 h 4135480"/>
              <a:gd name="connsiteX6" fmla="*/ 0 w 4839150"/>
              <a:gd name="connsiteY6" fmla="*/ 3907946 h 4135480"/>
              <a:gd name="connsiteX7" fmla="*/ 0 w 4839150"/>
              <a:gd name="connsiteY7" fmla="*/ 227534 h 4135480"/>
              <a:gd name="connsiteX8" fmla="*/ 227534 w 4839150"/>
              <a:gd name="connsiteY8" fmla="*/ 0 h 4135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39150" h="4135480">
                <a:moveTo>
                  <a:pt x="227534" y="0"/>
                </a:moveTo>
                <a:lnTo>
                  <a:pt x="4611616" y="0"/>
                </a:lnTo>
                <a:cubicBezTo>
                  <a:pt x="4737280" y="0"/>
                  <a:pt x="4839150" y="101870"/>
                  <a:pt x="4839150" y="227534"/>
                </a:cubicBezTo>
                <a:lnTo>
                  <a:pt x="4839150" y="3907946"/>
                </a:lnTo>
                <a:cubicBezTo>
                  <a:pt x="4839150" y="4033610"/>
                  <a:pt x="4737280" y="4135480"/>
                  <a:pt x="4611616" y="4135480"/>
                </a:cubicBezTo>
                <a:lnTo>
                  <a:pt x="227534" y="4135480"/>
                </a:lnTo>
                <a:cubicBezTo>
                  <a:pt x="101870" y="4135480"/>
                  <a:pt x="0" y="4033610"/>
                  <a:pt x="0" y="3907946"/>
                </a:cubicBezTo>
                <a:lnTo>
                  <a:pt x="0" y="227534"/>
                </a:lnTo>
                <a:cubicBezTo>
                  <a:pt x="0" y="101870"/>
                  <a:pt x="101870" y="0"/>
                  <a:pt x="22753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38C8C8C-12B2-84CA-7E5C-A63436970E68}"/>
              </a:ext>
            </a:extLst>
          </p:cNvPr>
          <p:cNvGrpSpPr/>
          <p:nvPr userDrawn="1"/>
        </p:nvGrpSpPr>
        <p:grpSpPr>
          <a:xfrm>
            <a:off x="309324" y="3273040"/>
            <a:ext cx="11573353" cy="3587612"/>
            <a:chOff x="309324" y="4684536"/>
            <a:chExt cx="11573353" cy="2176115"/>
          </a:xfrm>
        </p:grpSpPr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96DC8660-A7DE-1797-BE09-59F4B41787E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4684536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DFD2CC6-ABAF-AA2D-F7E1-8D0B077927A0}"/>
                </a:ext>
              </a:extLst>
            </p:cNvPr>
            <p:cNvSpPr/>
            <p:nvPr userDrawn="1"/>
          </p:nvSpPr>
          <p:spPr>
            <a:xfrm>
              <a:off x="3523144" y="5140280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947E7BD-ACB1-0440-7E22-7D25FF3147C8}"/>
                </a:ext>
              </a:extLst>
            </p:cNvPr>
            <p:cNvSpPr/>
            <p:nvPr userDrawn="1"/>
          </p:nvSpPr>
          <p:spPr>
            <a:xfrm>
              <a:off x="6101400" y="5294244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ED00A4-3B8D-D2D8-765A-61E83952DE04}"/>
                </a:ext>
              </a:extLst>
            </p:cNvPr>
            <p:cNvSpPr/>
            <p:nvPr userDrawn="1"/>
          </p:nvSpPr>
          <p:spPr>
            <a:xfrm>
              <a:off x="309324" y="5063298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16">
              <a:extLst>
                <a:ext uri="{FF2B5EF4-FFF2-40B4-BE49-F238E27FC236}">
                  <a16:creationId xmlns:a16="http://schemas.microsoft.com/office/drawing/2014/main" id="{0B20CAFD-D254-C0B8-D7DC-534A91BFFD2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4937044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17">
              <a:extLst>
                <a:ext uri="{FF2B5EF4-FFF2-40B4-BE49-F238E27FC236}">
                  <a16:creationId xmlns:a16="http://schemas.microsoft.com/office/drawing/2014/main" id="{DDDF5807-8008-69AC-E580-88DA4260698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4810790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813F47A-9EFC-F6A2-79CB-41C1A1021565}"/>
                </a:ext>
              </a:extLst>
            </p:cNvPr>
            <p:cNvSpPr/>
            <p:nvPr userDrawn="1"/>
          </p:nvSpPr>
          <p:spPr>
            <a:xfrm>
              <a:off x="7372528" y="5217262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28">
              <a:extLst>
                <a:ext uri="{FF2B5EF4-FFF2-40B4-BE49-F238E27FC236}">
                  <a16:creationId xmlns:a16="http://schemas.microsoft.com/office/drawing/2014/main" id="{3A865A4E-CF0C-5569-D028-08E6FEAC0A10}"/>
                </a:ext>
              </a:extLst>
            </p:cNvPr>
            <p:cNvSpPr/>
            <p:nvPr userDrawn="1"/>
          </p:nvSpPr>
          <p:spPr>
            <a:xfrm>
              <a:off x="944888" y="5679154"/>
              <a:ext cx="25200" cy="1178846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08974E83-35A0-36F5-DD04-58A06D1EF717}"/>
                </a:ext>
              </a:extLst>
            </p:cNvPr>
            <p:cNvSpPr/>
            <p:nvPr userDrawn="1"/>
          </p:nvSpPr>
          <p:spPr>
            <a:xfrm>
              <a:off x="2252016" y="6064064"/>
              <a:ext cx="25200" cy="793936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BBD9B486-F2F2-FE0B-686E-185D79C21C4B}"/>
                </a:ext>
              </a:extLst>
            </p:cNvPr>
            <p:cNvSpPr/>
            <p:nvPr userDrawn="1"/>
          </p:nvSpPr>
          <p:spPr>
            <a:xfrm>
              <a:off x="2887580" y="5833118"/>
              <a:ext cx="25200" cy="1024882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35">
              <a:extLst>
                <a:ext uri="{FF2B5EF4-FFF2-40B4-BE49-F238E27FC236}">
                  <a16:creationId xmlns:a16="http://schemas.microsoft.com/office/drawing/2014/main" id="{6429BF05-D74D-6B3C-F32D-B4615ECAA97A}"/>
                </a:ext>
              </a:extLst>
            </p:cNvPr>
            <p:cNvSpPr/>
            <p:nvPr userDrawn="1"/>
          </p:nvSpPr>
          <p:spPr>
            <a:xfrm>
              <a:off x="4158708" y="5371226"/>
              <a:ext cx="25200" cy="1486774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1EA0C857-9D0C-94F3-011B-99C1B99ACE70}"/>
                </a:ext>
              </a:extLst>
            </p:cNvPr>
            <p:cNvSpPr/>
            <p:nvPr userDrawn="1"/>
          </p:nvSpPr>
          <p:spPr>
            <a:xfrm>
              <a:off x="4794272" y="5448208"/>
              <a:ext cx="25200" cy="1409792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39">
              <a:extLst>
                <a:ext uri="{FF2B5EF4-FFF2-40B4-BE49-F238E27FC236}">
                  <a16:creationId xmlns:a16="http://schemas.microsoft.com/office/drawing/2014/main" id="{93E58E94-F84D-BB6F-D852-388C5C7B87C6}"/>
                </a:ext>
              </a:extLst>
            </p:cNvPr>
            <p:cNvSpPr/>
            <p:nvPr userDrawn="1"/>
          </p:nvSpPr>
          <p:spPr>
            <a:xfrm>
              <a:off x="6736964" y="6141046"/>
              <a:ext cx="25200" cy="716954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1">
              <a:extLst>
                <a:ext uri="{FF2B5EF4-FFF2-40B4-BE49-F238E27FC236}">
                  <a16:creationId xmlns:a16="http://schemas.microsoft.com/office/drawing/2014/main" id="{56119E96-F459-D357-0490-F694081D9E5B}"/>
                </a:ext>
              </a:extLst>
            </p:cNvPr>
            <p:cNvSpPr/>
            <p:nvPr userDrawn="1"/>
          </p:nvSpPr>
          <p:spPr>
            <a:xfrm>
              <a:off x="8008092" y="5756136"/>
              <a:ext cx="25200" cy="1101864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0A9E32C8-9771-0891-BD42-B70B2AAE4227}"/>
                </a:ext>
              </a:extLst>
            </p:cNvPr>
            <p:cNvSpPr/>
            <p:nvPr userDrawn="1"/>
          </p:nvSpPr>
          <p:spPr>
            <a:xfrm>
              <a:off x="9315220" y="5602172"/>
              <a:ext cx="25200" cy="125582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45">
              <a:extLst>
                <a:ext uri="{FF2B5EF4-FFF2-40B4-BE49-F238E27FC236}">
                  <a16:creationId xmlns:a16="http://schemas.microsoft.com/office/drawing/2014/main" id="{F9046FD4-E7A0-D8EE-C362-8D6082B8773A}"/>
                </a:ext>
              </a:extLst>
            </p:cNvPr>
            <p:cNvSpPr/>
            <p:nvPr userDrawn="1"/>
          </p:nvSpPr>
          <p:spPr>
            <a:xfrm>
              <a:off x="9950784" y="5987082"/>
              <a:ext cx="25200" cy="870918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47">
              <a:extLst>
                <a:ext uri="{FF2B5EF4-FFF2-40B4-BE49-F238E27FC236}">
                  <a16:creationId xmlns:a16="http://schemas.microsoft.com/office/drawing/2014/main" id="{7DB82F58-F94B-228E-E7B3-51747140793A}"/>
                </a:ext>
              </a:extLst>
            </p:cNvPr>
            <p:cNvSpPr/>
            <p:nvPr userDrawn="1"/>
          </p:nvSpPr>
          <p:spPr>
            <a:xfrm>
              <a:off x="10586348" y="6218024"/>
              <a:ext cx="25200" cy="639977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49">
              <a:extLst>
                <a:ext uri="{FF2B5EF4-FFF2-40B4-BE49-F238E27FC236}">
                  <a16:creationId xmlns:a16="http://schemas.microsoft.com/office/drawing/2014/main" id="{872E35BC-8AAA-135F-FAE7-AB5EDE0679FE}"/>
                </a:ext>
              </a:extLst>
            </p:cNvPr>
            <p:cNvSpPr/>
            <p:nvPr userDrawn="1"/>
          </p:nvSpPr>
          <p:spPr>
            <a:xfrm>
              <a:off x="11221912" y="5525190"/>
              <a:ext cx="25200" cy="1332810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51">
              <a:extLst>
                <a:ext uri="{FF2B5EF4-FFF2-40B4-BE49-F238E27FC236}">
                  <a16:creationId xmlns:a16="http://schemas.microsoft.com/office/drawing/2014/main" id="{3B74F4D4-163D-AD15-D39A-35B8634EA5D8}"/>
                </a:ext>
              </a:extLst>
            </p:cNvPr>
            <p:cNvSpPr/>
            <p:nvPr userDrawn="1"/>
          </p:nvSpPr>
          <p:spPr>
            <a:xfrm>
              <a:off x="11857477" y="5910100"/>
              <a:ext cx="25200" cy="947900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C18B3CF-DAA6-BF31-CA98-DD032E6C3A56}"/>
              </a:ext>
            </a:extLst>
          </p:cNvPr>
          <p:cNvSpPr txBox="1"/>
          <p:nvPr userDrawn="1"/>
        </p:nvSpPr>
        <p:spPr>
          <a:xfrm>
            <a:off x="10920872" y="6138370"/>
            <a:ext cx="890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BF03E32-72BD-0347-AAE1-87B13DE37447}" type="slidenum">
              <a:rPr lang="en-ID" sz="2000" b="1" u="none" strike="noStrike" smtClea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‹#›</a:t>
            </a:fld>
            <a:r>
              <a:rPr lang="en-ID" sz="2000" b="1" u="none" strike="noStrike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 </a:t>
            </a:r>
            <a:r>
              <a:rPr lang="en-ID" sz="1400" u="none" strike="noStrike" dirty="0">
                <a:solidFill>
                  <a:schemeClr val="bg1"/>
                </a:soli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/ 9</a:t>
            </a:r>
            <a:endParaRPr lang="en-US" sz="2000" dirty="0">
              <a:solidFill>
                <a:schemeClr val="bg1"/>
              </a:solidFill>
              <a:latin typeface="Play" panose="00000500000000000000" pitchFamily="2" charset="0"/>
              <a:ea typeface="Roboto Mono" pitchFamily="49" charset="0"/>
              <a:cs typeface="Space Grotesk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4E4FC-5965-0866-ABE5-FCF5ACA99B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itle 7">
            <a:extLst>
              <a:ext uri="{FF2B5EF4-FFF2-40B4-BE49-F238E27FC236}">
                <a16:creationId xmlns:a16="http://schemas.microsoft.com/office/drawing/2014/main" id="{0E4913D5-50CF-76F6-2AB4-8F894A7B27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845294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6415C6E-8030-42E1-941C-DEE0BB5F3CA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690581" y="1315633"/>
            <a:ext cx="3621729" cy="1913587"/>
          </a:xfrm>
          <a:prstGeom prst="roundRect">
            <a:avLst>
              <a:gd name="adj" fmla="val 9474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AA23D2D-A44A-42C2-8E26-B80B40E85F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90581" y="3579174"/>
            <a:ext cx="3621729" cy="1913587"/>
          </a:xfrm>
          <a:prstGeom prst="roundRect">
            <a:avLst>
              <a:gd name="adj" fmla="val 10284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95162-40C1-C894-1E34-62B2690F2B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72C930D0-80DD-075B-7012-F7DC648641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449852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0507F67-E976-446F-AF7B-7FF42BABE20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26611" y="1701364"/>
            <a:ext cx="1350350" cy="1350350"/>
          </a:xfrm>
          <a:custGeom>
            <a:avLst/>
            <a:gdLst>
              <a:gd name="connsiteX0" fmla="*/ 225063 w 1350350"/>
              <a:gd name="connsiteY0" fmla="*/ 0 h 1350350"/>
              <a:gd name="connsiteX1" fmla="*/ 1125287 w 1350350"/>
              <a:gd name="connsiteY1" fmla="*/ 0 h 1350350"/>
              <a:gd name="connsiteX2" fmla="*/ 1350350 w 1350350"/>
              <a:gd name="connsiteY2" fmla="*/ 225063 h 1350350"/>
              <a:gd name="connsiteX3" fmla="*/ 1350350 w 1350350"/>
              <a:gd name="connsiteY3" fmla="*/ 1125287 h 1350350"/>
              <a:gd name="connsiteX4" fmla="*/ 1284431 w 1350350"/>
              <a:gd name="connsiteY4" fmla="*/ 1284431 h 1350350"/>
              <a:gd name="connsiteX5" fmla="*/ 1277564 w 1350350"/>
              <a:gd name="connsiteY5" fmla="*/ 1290096 h 1350350"/>
              <a:gd name="connsiteX6" fmla="*/ 1277564 w 1350350"/>
              <a:gd name="connsiteY6" fmla="*/ 1297424 h 1350350"/>
              <a:gd name="connsiteX7" fmla="*/ 1268683 w 1350350"/>
              <a:gd name="connsiteY7" fmla="*/ 1297424 h 1350350"/>
              <a:gd name="connsiteX8" fmla="*/ 1251122 w 1350350"/>
              <a:gd name="connsiteY8" fmla="*/ 1311913 h 1350350"/>
              <a:gd name="connsiteX9" fmla="*/ 1125287 w 1350350"/>
              <a:gd name="connsiteY9" fmla="*/ 1350350 h 1350350"/>
              <a:gd name="connsiteX10" fmla="*/ 225063 w 1350350"/>
              <a:gd name="connsiteY10" fmla="*/ 1350350 h 1350350"/>
              <a:gd name="connsiteX11" fmla="*/ 0 w 1350350"/>
              <a:gd name="connsiteY11" fmla="*/ 1125287 h 1350350"/>
              <a:gd name="connsiteX12" fmla="*/ 0 w 1350350"/>
              <a:gd name="connsiteY12" fmla="*/ 225063 h 1350350"/>
              <a:gd name="connsiteX13" fmla="*/ 225063 w 1350350"/>
              <a:gd name="connsiteY13" fmla="*/ 0 h 1350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350350" h="1350350">
                <a:moveTo>
                  <a:pt x="225063" y="0"/>
                </a:moveTo>
                <a:lnTo>
                  <a:pt x="1125287" y="0"/>
                </a:lnTo>
                <a:cubicBezTo>
                  <a:pt x="1249586" y="0"/>
                  <a:pt x="1350350" y="100764"/>
                  <a:pt x="1350350" y="225063"/>
                </a:cubicBezTo>
                <a:lnTo>
                  <a:pt x="1350350" y="1125287"/>
                </a:lnTo>
                <a:cubicBezTo>
                  <a:pt x="1350350" y="1187437"/>
                  <a:pt x="1325159" y="1243702"/>
                  <a:pt x="1284431" y="1284431"/>
                </a:cubicBezTo>
                <a:lnTo>
                  <a:pt x="1277564" y="1290096"/>
                </a:lnTo>
                <a:lnTo>
                  <a:pt x="1277564" y="1297424"/>
                </a:lnTo>
                <a:lnTo>
                  <a:pt x="1268683" y="1297424"/>
                </a:lnTo>
                <a:lnTo>
                  <a:pt x="1251122" y="1311913"/>
                </a:lnTo>
                <a:cubicBezTo>
                  <a:pt x="1215202" y="1336180"/>
                  <a:pt x="1171899" y="1350350"/>
                  <a:pt x="1125287" y="1350350"/>
                </a:cubicBezTo>
                <a:lnTo>
                  <a:pt x="225063" y="1350350"/>
                </a:lnTo>
                <a:cubicBezTo>
                  <a:pt x="100764" y="1350350"/>
                  <a:pt x="0" y="1249586"/>
                  <a:pt x="0" y="1125287"/>
                </a:cubicBezTo>
                <a:lnTo>
                  <a:pt x="0" y="225063"/>
                </a:lnTo>
                <a:cubicBezTo>
                  <a:pt x="0" y="100764"/>
                  <a:pt x="100764" y="0"/>
                  <a:pt x="225063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FC727B8-D6D9-43EF-8679-D00E9D67899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25831" y="3825875"/>
            <a:ext cx="1350962" cy="1350963"/>
          </a:xfrm>
          <a:custGeom>
            <a:avLst/>
            <a:gdLst>
              <a:gd name="connsiteX0" fmla="*/ 225165 w 1350962"/>
              <a:gd name="connsiteY0" fmla="*/ 0 h 1350963"/>
              <a:gd name="connsiteX1" fmla="*/ 1125797 w 1350962"/>
              <a:gd name="connsiteY1" fmla="*/ 0 h 1350963"/>
              <a:gd name="connsiteX2" fmla="*/ 1350962 w 1350962"/>
              <a:gd name="connsiteY2" fmla="*/ 225165 h 1350963"/>
              <a:gd name="connsiteX3" fmla="*/ 1350962 w 1350962"/>
              <a:gd name="connsiteY3" fmla="*/ 1125798 h 1350963"/>
              <a:gd name="connsiteX4" fmla="*/ 1125797 w 1350962"/>
              <a:gd name="connsiteY4" fmla="*/ 1350963 h 1350963"/>
              <a:gd name="connsiteX5" fmla="*/ 225165 w 1350962"/>
              <a:gd name="connsiteY5" fmla="*/ 1350963 h 1350963"/>
              <a:gd name="connsiteX6" fmla="*/ 0 w 1350962"/>
              <a:gd name="connsiteY6" fmla="*/ 1125798 h 1350963"/>
              <a:gd name="connsiteX7" fmla="*/ 0 w 1350962"/>
              <a:gd name="connsiteY7" fmla="*/ 225165 h 1350963"/>
              <a:gd name="connsiteX8" fmla="*/ 225165 w 1350962"/>
              <a:gd name="connsiteY8" fmla="*/ 0 h 1350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50962" h="1350963">
                <a:moveTo>
                  <a:pt x="225165" y="0"/>
                </a:moveTo>
                <a:lnTo>
                  <a:pt x="1125797" y="0"/>
                </a:lnTo>
                <a:cubicBezTo>
                  <a:pt x="1250152" y="0"/>
                  <a:pt x="1350962" y="100810"/>
                  <a:pt x="1350962" y="225165"/>
                </a:cubicBezTo>
                <a:lnTo>
                  <a:pt x="1350962" y="1125798"/>
                </a:lnTo>
                <a:cubicBezTo>
                  <a:pt x="1350962" y="1250153"/>
                  <a:pt x="1250152" y="1350963"/>
                  <a:pt x="1125797" y="1350963"/>
                </a:cubicBezTo>
                <a:lnTo>
                  <a:pt x="225165" y="1350963"/>
                </a:lnTo>
                <a:cubicBezTo>
                  <a:pt x="100810" y="1350963"/>
                  <a:pt x="0" y="1250153"/>
                  <a:pt x="0" y="1125798"/>
                </a:cubicBezTo>
                <a:lnTo>
                  <a:pt x="0" y="225165"/>
                </a:lnTo>
                <a:cubicBezTo>
                  <a:pt x="0" y="100810"/>
                  <a:pt x="100810" y="0"/>
                  <a:pt x="22516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28A7B-8F36-BCD5-EB88-CE71FB1385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56362" y="1361260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4C924AE6-77D0-6A32-BB61-3F1F1063A6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276149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DB7A24C-836B-4BC6-AF17-D2217E1018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08700" y="1161143"/>
            <a:ext cx="4296227" cy="2148114"/>
          </a:xfrm>
          <a:prstGeom prst="roundRect">
            <a:avLst>
              <a:gd name="adj" fmla="val 10459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1E15E2F-DD7E-43EF-993D-B2BC10E2348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83801" y="3520352"/>
            <a:ext cx="2425261" cy="2039257"/>
          </a:xfrm>
          <a:prstGeom prst="roundRect">
            <a:avLst>
              <a:gd name="adj" fmla="val 11529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E443B165-ECAF-619E-A68C-F32C4416CE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4DFE7-A742-D8FD-6DBB-EB753C5CEE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8909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B42BF0C-4D46-4604-9634-5A701BE30F3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31478" y="685800"/>
            <a:ext cx="4550922" cy="4550922"/>
          </a:xfrm>
          <a:custGeom>
            <a:avLst/>
            <a:gdLst>
              <a:gd name="connsiteX0" fmla="*/ 2275461 w 4550922"/>
              <a:gd name="connsiteY0" fmla="*/ 0 h 4550922"/>
              <a:gd name="connsiteX1" fmla="*/ 4550922 w 4550922"/>
              <a:gd name="connsiteY1" fmla="*/ 2275461 h 4550922"/>
              <a:gd name="connsiteX2" fmla="*/ 2275461 w 4550922"/>
              <a:gd name="connsiteY2" fmla="*/ 4550922 h 4550922"/>
              <a:gd name="connsiteX3" fmla="*/ 0 w 4550922"/>
              <a:gd name="connsiteY3" fmla="*/ 2275461 h 4550922"/>
              <a:gd name="connsiteX4" fmla="*/ 2275461 w 4550922"/>
              <a:gd name="connsiteY4" fmla="*/ 0 h 4550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0922" h="4550922">
                <a:moveTo>
                  <a:pt x="2275461" y="0"/>
                </a:moveTo>
                <a:cubicBezTo>
                  <a:pt x="3532163" y="0"/>
                  <a:pt x="4550922" y="1018759"/>
                  <a:pt x="4550922" y="2275461"/>
                </a:cubicBezTo>
                <a:cubicBezTo>
                  <a:pt x="4550922" y="3532163"/>
                  <a:pt x="3532163" y="4550922"/>
                  <a:pt x="2275461" y="4550922"/>
                </a:cubicBezTo>
                <a:cubicBezTo>
                  <a:pt x="1018759" y="4550922"/>
                  <a:pt x="0" y="3532163"/>
                  <a:pt x="0" y="2275461"/>
                </a:cubicBezTo>
                <a:cubicBezTo>
                  <a:pt x="0" y="1018759"/>
                  <a:pt x="1018759" y="0"/>
                  <a:pt x="227546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446F88AC-274B-4591-9A09-57A165368FD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63338" y="3733589"/>
            <a:ext cx="1940794" cy="1940794"/>
          </a:xfrm>
          <a:custGeom>
            <a:avLst/>
            <a:gdLst>
              <a:gd name="connsiteX0" fmla="*/ 970397 w 1940794"/>
              <a:gd name="connsiteY0" fmla="*/ 0 h 1940794"/>
              <a:gd name="connsiteX1" fmla="*/ 1940794 w 1940794"/>
              <a:gd name="connsiteY1" fmla="*/ 970397 h 1940794"/>
              <a:gd name="connsiteX2" fmla="*/ 970397 w 1940794"/>
              <a:gd name="connsiteY2" fmla="*/ 1940794 h 1940794"/>
              <a:gd name="connsiteX3" fmla="*/ 0 w 1940794"/>
              <a:gd name="connsiteY3" fmla="*/ 970397 h 1940794"/>
              <a:gd name="connsiteX4" fmla="*/ 970397 w 1940794"/>
              <a:gd name="connsiteY4" fmla="*/ 0 h 1940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0794" h="1940794">
                <a:moveTo>
                  <a:pt x="970397" y="0"/>
                </a:moveTo>
                <a:cubicBezTo>
                  <a:pt x="1506332" y="0"/>
                  <a:pt x="1940794" y="434462"/>
                  <a:pt x="1940794" y="970397"/>
                </a:cubicBezTo>
                <a:cubicBezTo>
                  <a:pt x="1940794" y="1506332"/>
                  <a:pt x="1506332" y="1940794"/>
                  <a:pt x="970397" y="1940794"/>
                </a:cubicBezTo>
                <a:cubicBezTo>
                  <a:pt x="434462" y="1940794"/>
                  <a:pt x="0" y="1506332"/>
                  <a:pt x="0" y="970397"/>
                </a:cubicBezTo>
                <a:cubicBezTo>
                  <a:pt x="0" y="434462"/>
                  <a:pt x="434462" y="0"/>
                  <a:pt x="97039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6815D-2F29-945D-3464-0CC04A4BDD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1978" y="1224098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F076F1D8-FF55-2842-0A94-7A7293905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76985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5C34F55-096A-47D1-9CBD-49682C8670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270352"/>
            <a:ext cx="5721530" cy="2105638"/>
          </a:xfrm>
          <a:custGeom>
            <a:avLst/>
            <a:gdLst>
              <a:gd name="connsiteX0" fmla="*/ 0 w 5721530"/>
              <a:gd name="connsiteY0" fmla="*/ 0 h 2105638"/>
              <a:gd name="connsiteX1" fmla="*/ 5478539 w 5721530"/>
              <a:gd name="connsiteY1" fmla="*/ 0 h 2105638"/>
              <a:gd name="connsiteX2" fmla="*/ 5721530 w 5721530"/>
              <a:gd name="connsiteY2" fmla="*/ 242991 h 2105638"/>
              <a:gd name="connsiteX3" fmla="*/ 5721530 w 5721530"/>
              <a:gd name="connsiteY3" fmla="*/ 1862647 h 2105638"/>
              <a:gd name="connsiteX4" fmla="*/ 5478539 w 5721530"/>
              <a:gd name="connsiteY4" fmla="*/ 2105638 h 2105638"/>
              <a:gd name="connsiteX5" fmla="*/ 0 w 5721530"/>
              <a:gd name="connsiteY5" fmla="*/ 2105638 h 2105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21530" h="2105638">
                <a:moveTo>
                  <a:pt x="0" y="0"/>
                </a:moveTo>
                <a:lnTo>
                  <a:pt x="5478539" y="0"/>
                </a:lnTo>
                <a:cubicBezTo>
                  <a:pt x="5612739" y="0"/>
                  <a:pt x="5721530" y="108791"/>
                  <a:pt x="5721530" y="242991"/>
                </a:cubicBezTo>
                <a:lnTo>
                  <a:pt x="5721530" y="1862647"/>
                </a:lnTo>
                <a:cubicBezTo>
                  <a:pt x="5721530" y="1996847"/>
                  <a:pt x="5612739" y="2105638"/>
                  <a:pt x="5478539" y="2105638"/>
                </a:cubicBezTo>
                <a:lnTo>
                  <a:pt x="0" y="21056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3749E3C4-AE15-4B36-8062-0ECAE1FF70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3569810"/>
            <a:ext cx="3189449" cy="2105638"/>
          </a:xfrm>
          <a:custGeom>
            <a:avLst/>
            <a:gdLst>
              <a:gd name="connsiteX0" fmla="*/ 0 w 3189449"/>
              <a:gd name="connsiteY0" fmla="*/ 0 h 2105638"/>
              <a:gd name="connsiteX1" fmla="*/ 2946458 w 3189449"/>
              <a:gd name="connsiteY1" fmla="*/ 0 h 2105638"/>
              <a:gd name="connsiteX2" fmla="*/ 3189449 w 3189449"/>
              <a:gd name="connsiteY2" fmla="*/ 242991 h 2105638"/>
              <a:gd name="connsiteX3" fmla="*/ 3189449 w 3189449"/>
              <a:gd name="connsiteY3" fmla="*/ 1862647 h 2105638"/>
              <a:gd name="connsiteX4" fmla="*/ 2946458 w 3189449"/>
              <a:gd name="connsiteY4" fmla="*/ 2105638 h 2105638"/>
              <a:gd name="connsiteX5" fmla="*/ 0 w 3189449"/>
              <a:gd name="connsiteY5" fmla="*/ 2105638 h 2105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9449" h="2105638">
                <a:moveTo>
                  <a:pt x="0" y="0"/>
                </a:moveTo>
                <a:lnTo>
                  <a:pt x="2946458" y="0"/>
                </a:lnTo>
                <a:cubicBezTo>
                  <a:pt x="3080658" y="0"/>
                  <a:pt x="3189449" y="108791"/>
                  <a:pt x="3189449" y="242991"/>
                </a:cubicBezTo>
                <a:lnTo>
                  <a:pt x="3189449" y="1862647"/>
                </a:lnTo>
                <a:cubicBezTo>
                  <a:pt x="3189449" y="1996847"/>
                  <a:pt x="3080658" y="2105638"/>
                  <a:pt x="2946458" y="2105638"/>
                </a:cubicBezTo>
                <a:lnTo>
                  <a:pt x="0" y="21056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98A8C-A243-F1B0-CF7C-A8504A15F5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96052890-F062-A301-BC29-834B47D13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2578147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03078D-59A7-4935-A19F-637387C8D5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657600"/>
          </a:xfrm>
          <a:custGeom>
            <a:avLst/>
            <a:gdLst>
              <a:gd name="connsiteX0" fmla="*/ 0 w 12192000"/>
              <a:gd name="connsiteY0" fmla="*/ 0 h 3657600"/>
              <a:gd name="connsiteX1" fmla="*/ 12192000 w 12192000"/>
              <a:gd name="connsiteY1" fmla="*/ 0 h 3657600"/>
              <a:gd name="connsiteX2" fmla="*/ 12192000 w 12192000"/>
              <a:gd name="connsiteY2" fmla="*/ 3178875 h 3657600"/>
              <a:gd name="connsiteX3" fmla="*/ 11713275 w 12192000"/>
              <a:gd name="connsiteY3" fmla="*/ 3657600 h 3657600"/>
              <a:gd name="connsiteX4" fmla="*/ 478725 w 12192000"/>
              <a:gd name="connsiteY4" fmla="*/ 3657600 h 3657600"/>
              <a:gd name="connsiteX5" fmla="*/ 0 w 12192000"/>
              <a:gd name="connsiteY5" fmla="*/ 3178875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3657600">
                <a:moveTo>
                  <a:pt x="0" y="0"/>
                </a:moveTo>
                <a:lnTo>
                  <a:pt x="12192000" y="0"/>
                </a:lnTo>
                <a:lnTo>
                  <a:pt x="12192000" y="3178875"/>
                </a:lnTo>
                <a:cubicBezTo>
                  <a:pt x="12192000" y="3443268"/>
                  <a:pt x="11977668" y="3657600"/>
                  <a:pt x="11713275" y="3657600"/>
                </a:cubicBezTo>
                <a:lnTo>
                  <a:pt x="478725" y="3657600"/>
                </a:lnTo>
                <a:cubicBezTo>
                  <a:pt x="214332" y="3657600"/>
                  <a:pt x="0" y="3443268"/>
                  <a:pt x="0" y="3178875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9E57461-E555-4DB4-AFAF-C292005EB92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85257" y="2529349"/>
            <a:ext cx="3918857" cy="2133600"/>
          </a:xfrm>
          <a:custGeom>
            <a:avLst/>
            <a:gdLst>
              <a:gd name="connsiteX0" fmla="*/ 355607 w 3918857"/>
              <a:gd name="connsiteY0" fmla="*/ 0 h 2133600"/>
              <a:gd name="connsiteX1" fmla="*/ 3563250 w 3918857"/>
              <a:gd name="connsiteY1" fmla="*/ 0 h 2133600"/>
              <a:gd name="connsiteX2" fmla="*/ 3918857 w 3918857"/>
              <a:gd name="connsiteY2" fmla="*/ 355607 h 2133600"/>
              <a:gd name="connsiteX3" fmla="*/ 3918857 w 3918857"/>
              <a:gd name="connsiteY3" fmla="*/ 1777993 h 2133600"/>
              <a:gd name="connsiteX4" fmla="*/ 3563250 w 3918857"/>
              <a:gd name="connsiteY4" fmla="*/ 2133600 h 2133600"/>
              <a:gd name="connsiteX5" fmla="*/ 355607 w 3918857"/>
              <a:gd name="connsiteY5" fmla="*/ 2133600 h 2133600"/>
              <a:gd name="connsiteX6" fmla="*/ 0 w 3918857"/>
              <a:gd name="connsiteY6" fmla="*/ 1777993 h 2133600"/>
              <a:gd name="connsiteX7" fmla="*/ 0 w 3918857"/>
              <a:gd name="connsiteY7" fmla="*/ 355607 h 2133600"/>
              <a:gd name="connsiteX8" fmla="*/ 355607 w 3918857"/>
              <a:gd name="connsiteY8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18857" h="2133600">
                <a:moveTo>
                  <a:pt x="355607" y="0"/>
                </a:moveTo>
                <a:lnTo>
                  <a:pt x="3563250" y="0"/>
                </a:lnTo>
                <a:cubicBezTo>
                  <a:pt x="3759646" y="0"/>
                  <a:pt x="3918857" y="159211"/>
                  <a:pt x="3918857" y="355607"/>
                </a:cubicBezTo>
                <a:lnTo>
                  <a:pt x="3918857" y="1777993"/>
                </a:lnTo>
                <a:cubicBezTo>
                  <a:pt x="3918857" y="1974389"/>
                  <a:pt x="3759646" y="2133600"/>
                  <a:pt x="3563250" y="2133600"/>
                </a:cubicBezTo>
                <a:lnTo>
                  <a:pt x="355607" y="2133600"/>
                </a:lnTo>
                <a:cubicBezTo>
                  <a:pt x="159211" y="2133600"/>
                  <a:pt x="0" y="1974389"/>
                  <a:pt x="0" y="1777993"/>
                </a:cubicBezTo>
                <a:lnTo>
                  <a:pt x="0" y="355607"/>
                </a:lnTo>
                <a:cubicBezTo>
                  <a:pt x="0" y="159211"/>
                  <a:pt x="159211" y="0"/>
                  <a:pt x="3556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6CCAC54-BB23-4C64-A868-B190C66730A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49572" y="2529349"/>
            <a:ext cx="3918857" cy="2133600"/>
          </a:xfrm>
          <a:custGeom>
            <a:avLst/>
            <a:gdLst>
              <a:gd name="connsiteX0" fmla="*/ 355607 w 3918857"/>
              <a:gd name="connsiteY0" fmla="*/ 0 h 2133600"/>
              <a:gd name="connsiteX1" fmla="*/ 3563250 w 3918857"/>
              <a:gd name="connsiteY1" fmla="*/ 0 h 2133600"/>
              <a:gd name="connsiteX2" fmla="*/ 3918857 w 3918857"/>
              <a:gd name="connsiteY2" fmla="*/ 355607 h 2133600"/>
              <a:gd name="connsiteX3" fmla="*/ 3918857 w 3918857"/>
              <a:gd name="connsiteY3" fmla="*/ 1777993 h 2133600"/>
              <a:gd name="connsiteX4" fmla="*/ 3563250 w 3918857"/>
              <a:gd name="connsiteY4" fmla="*/ 2133600 h 2133600"/>
              <a:gd name="connsiteX5" fmla="*/ 355607 w 3918857"/>
              <a:gd name="connsiteY5" fmla="*/ 2133600 h 2133600"/>
              <a:gd name="connsiteX6" fmla="*/ 0 w 3918857"/>
              <a:gd name="connsiteY6" fmla="*/ 1777993 h 2133600"/>
              <a:gd name="connsiteX7" fmla="*/ 0 w 3918857"/>
              <a:gd name="connsiteY7" fmla="*/ 355607 h 2133600"/>
              <a:gd name="connsiteX8" fmla="*/ 355607 w 3918857"/>
              <a:gd name="connsiteY8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18857" h="2133600">
                <a:moveTo>
                  <a:pt x="355607" y="0"/>
                </a:moveTo>
                <a:lnTo>
                  <a:pt x="3563250" y="0"/>
                </a:lnTo>
                <a:cubicBezTo>
                  <a:pt x="3759646" y="0"/>
                  <a:pt x="3918857" y="159211"/>
                  <a:pt x="3918857" y="355607"/>
                </a:cubicBezTo>
                <a:lnTo>
                  <a:pt x="3918857" y="1777993"/>
                </a:lnTo>
                <a:cubicBezTo>
                  <a:pt x="3918857" y="1974389"/>
                  <a:pt x="3759646" y="2133600"/>
                  <a:pt x="3563250" y="2133600"/>
                </a:cubicBezTo>
                <a:lnTo>
                  <a:pt x="355607" y="2133600"/>
                </a:lnTo>
                <a:cubicBezTo>
                  <a:pt x="159211" y="2133600"/>
                  <a:pt x="0" y="1974389"/>
                  <a:pt x="0" y="1777993"/>
                </a:cubicBezTo>
                <a:lnTo>
                  <a:pt x="0" y="355607"/>
                </a:lnTo>
                <a:cubicBezTo>
                  <a:pt x="0" y="159211"/>
                  <a:pt x="159211" y="0"/>
                  <a:pt x="3556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409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FB9C39B-02F3-4BBE-8840-6427287ABFE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905618" y="1293962"/>
            <a:ext cx="3515830" cy="5564038"/>
          </a:xfrm>
          <a:custGeom>
            <a:avLst/>
            <a:gdLst>
              <a:gd name="connsiteX0" fmla="*/ 271352 w 3515830"/>
              <a:gd name="connsiteY0" fmla="*/ 0 h 6165850"/>
              <a:gd name="connsiteX1" fmla="*/ 3244478 w 3515830"/>
              <a:gd name="connsiteY1" fmla="*/ 0 h 6165850"/>
              <a:gd name="connsiteX2" fmla="*/ 3515830 w 3515830"/>
              <a:gd name="connsiteY2" fmla="*/ 271352 h 6165850"/>
              <a:gd name="connsiteX3" fmla="*/ 3515830 w 3515830"/>
              <a:gd name="connsiteY3" fmla="*/ 6165850 h 6165850"/>
              <a:gd name="connsiteX4" fmla="*/ 0 w 3515830"/>
              <a:gd name="connsiteY4" fmla="*/ 6165850 h 6165850"/>
              <a:gd name="connsiteX5" fmla="*/ 0 w 3515830"/>
              <a:gd name="connsiteY5" fmla="*/ 271352 h 6165850"/>
              <a:gd name="connsiteX6" fmla="*/ 271352 w 3515830"/>
              <a:gd name="connsiteY6" fmla="*/ 0 h 616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15830" h="6165850">
                <a:moveTo>
                  <a:pt x="271352" y="0"/>
                </a:moveTo>
                <a:lnTo>
                  <a:pt x="3244478" y="0"/>
                </a:lnTo>
                <a:cubicBezTo>
                  <a:pt x="3394342" y="0"/>
                  <a:pt x="3515830" y="121488"/>
                  <a:pt x="3515830" y="271352"/>
                </a:cubicBezTo>
                <a:lnTo>
                  <a:pt x="3515830" y="6165850"/>
                </a:lnTo>
                <a:lnTo>
                  <a:pt x="0" y="6165850"/>
                </a:lnTo>
                <a:lnTo>
                  <a:pt x="0" y="271352"/>
                </a:lnTo>
                <a:cubicBezTo>
                  <a:pt x="0" y="121488"/>
                  <a:pt x="121488" y="0"/>
                  <a:pt x="27135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B4600D8C-AA8C-EA2C-7606-F17F7B157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013274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C4DD4B3-3AFA-43CF-B99F-CA54EEA918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08448" y="1228164"/>
            <a:ext cx="2690675" cy="3139355"/>
          </a:xfrm>
          <a:custGeom>
            <a:avLst/>
            <a:gdLst>
              <a:gd name="connsiteX0" fmla="*/ 259758 w 2690675"/>
              <a:gd name="connsiteY0" fmla="*/ 0 h 3139355"/>
              <a:gd name="connsiteX1" fmla="*/ 2430917 w 2690675"/>
              <a:gd name="connsiteY1" fmla="*/ 0 h 3139355"/>
              <a:gd name="connsiteX2" fmla="*/ 2690675 w 2690675"/>
              <a:gd name="connsiteY2" fmla="*/ 259758 h 3139355"/>
              <a:gd name="connsiteX3" fmla="*/ 2690675 w 2690675"/>
              <a:gd name="connsiteY3" fmla="*/ 2879597 h 3139355"/>
              <a:gd name="connsiteX4" fmla="*/ 2430917 w 2690675"/>
              <a:gd name="connsiteY4" fmla="*/ 3139355 h 3139355"/>
              <a:gd name="connsiteX5" fmla="*/ 259758 w 2690675"/>
              <a:gd name="connsiteY5" fmla="*/ 3139355 h 3139355"/>
              <a:gd name="connsiteX6" fmla="*/ 0 w 2690675"/>
              <a:gd name="connsiteY6" fmla="*/ 2879597 h 3139355"/>
              <a:gd name="connsiteX7" fmla="*/ 0 w 2690675"/>
              <a:gd name="connsiteY7" fmla="*/ 259758 h 3139355"/>
              <a:gd name="connsiteX8" fmla="*/ 259758 w 2690675"/>
              <a:gd name="connsiteY8" fmla="*/ 0 h 3139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0675" h="3139355">
                <a:moveTo>
                  <a:pt x="259758" y="0"/>
                </a:moveTo>
                <a:lnTo>
                  <a:pt x="2430917" y="0"/>
                </a:lnTo>
                <a:cubicBezTo>
                  <a:pt x="2574377" y="0"/>
                  <a:pt x="2690675" y="116298"/>
                  <a:pt x="2690675" y="259758"/>
                </a:cubicBezTo>
                <a:lnTo>
                  <a:pt x="2690675" y="2879597"/>
                </a:lnTo>
                <a:cubicBezTo>
                  <a:pt x="2690675" y="3023057"/>
                  <a:pt x="2574377" y="3139355"/>
                  <a:pt x="2430917" y="3139355"/>
                </a:cubicBezTo>
                <a:lnTo>
                  <a:pt x="259758" y="3139355"/>
                </a:lnTo>
                <a:cubicBezTo>
                  <a:pt x="116298" y="3139355"/>
                  <a:pt x="0" y="3023057"/>
                  <a:pt x="0" y="2879597"/>
                </a:cubicBezTo>
                <a:lnTo>
                  <a:pt x="0" y="259758"/>
                </a:lnTo>
                <a:cubicBezTo>
                  <a:pt x="0" y="116298"/>
                  <a:pt x="116298" y="0"/>
                  <a:pt x="259758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BC2389F-06E3-462D-B7A3-54F35FD4242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808448" y="4536141"/>
            <a:ext cx="2690675" cy="2321859"/>
          </a:xfrm>
          <a:custGeom>
            <a:avLst/>
            <a:gdLst>
              <a:gd name="connsiteX0" fmla="*/ 263444 w 2690675"/>
              <a:gd name="connsiteY0" fmla="*/ 0 h 2321859"/>
              <a:gd name="connsiteX1" fmla="*/ 2427231 w 2690675"/>
              <a:gd name="connsiteY1" fmla="*/ 0 h 2321859"/>
              <a:gd name="connsiteX2" fmla="*/ 2690675 w 2690675"/>
              <a:gd name="connsiteY2" fmla="*/ 263444 h 2321859"/>
              <a:gd name="connsiteX3" fmla="*/ 2690675 w 2690675"/>
              <a:gd name="connsiteY3" fmla="*/ 2321859 h 2321859"/>
              <a:gd name="connsiteX4" fmla="*/ 0 w 2690675"/>
              <a:gd name="connsiteY4" fmla="*/ 2321859 h 2321859"/>
              <a:gd name="connsiteX5" fmla="*/ 0 w 2690675"/>
              <a:gd name="connsiteY5" fmla="*/ 263444 h 2321859"/>
              <a:gd name="connsiteX6" fmla="*/ 263444 w 2690675"/>
              <a:gd name="connsiteY6" fmla="*/ 0 h 2321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90675" h="2321859">
                <a:moveTo>
                  <a:pt x="263444" y="0"/>
                </a:moveTo>
                <a:lnTo>
                  <a:pt x="2427231" y="0"/>
                </a:lnTo>
                <a:cubicBezTo>
                  <a:pt x="2572727" y="0"/>
                  <a:pt x="2690675" y="117948"/>
                  <a:pt x="2690675" y="263444"/>
                </a:cubicBezTo>
                <a:lnTo>
                  <a:pt x="2690675" y="2321859"/>
                </a:lnTo>
                <a:lnTo>
                  <a:pt x="0" y="2321859"/>
                </a:lnTo>
                <a:lnTo>
                  <a:pt x="0" y="263444"/>
                </a:lnTo>
                <a:cubicBezTo>
                  <a:pt x="0" y="117948"/>
                  <a:pt x="117948" y="0"/>
                  <a:pt x="26344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9DC799F2-E3CE-CBB6-743F-AF3DED8F57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4318909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1CBC098-2059-47FB-BA1A-9D28FFCE516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96878" y="1386519"/>
            <a:ext cx="4598504" cy="4084962"/>
          </a:xfrm>
          <a:custGeom>
            <a:avLst/>
            <a:gdLst>
              <a:gd name="connsiteX0" fmla="*/ 216219 w 4598504"/>
              <a:gd name="connsiteY0" fmla="*/ 0 h 4084962"/>
              <a:gd name="connsiteX1" fmla="*/ 4382285 w 4598504"/>
              <a:gd name="connsiteY1" fmla="*/ 0 h 4084962"/>
              <a:gd name="connsiteX2" fmla="*/ 4598504 w 4598504"/>
              <a:gd name="connsiteY2" fmla="*/ 224754 h 4084962"/>
              <a:gd name="connsiteX3" fmla="*/ 4598504 w 4598504"/>
              <a:gd name="connsiteY3" fmla="*/ 3860208 h 4084962"/>
              <a:gd name="connsiteX4" fmla="*/ 4382285 w 4598504"/>
              <a:gd name="connsiteY4" fmla="*/ 4084962 h 4084962"/>
              <a:gd name="connsiteX5" fmla="*/ 216219 w 4598504"/>
              <a:gd name="connsiteY5" fmla="*/ 4084962 h 4084962"/>
              <a:gd name="connsiteX6" fmla="*/ 0 w 4598504"/>
              <a:gd name="connsiteY6" fmla="*/ 3860208 h 4084962"/>
              <a:gd name="connsiteX7" fmla="*/ 0 w 4598504"/>
              <a:gd name="connsiteY7" fmla="*/ 224754 h 4084962"/>
              <a:gd name="connsiteX8" fmla="*/ 216219 w 4598504"/>
              <a:gd name="connsiteY8" fmla="*/ 0 h 4084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8504" h="4084962">
                <a:moveTo>
                  <a:pt x="216219" y="0"/>
                </a:moveTo>
                <a:lnTo>
                  <a:pt x="4382285" y="0"/>
                </a:lnTo>
                <a:cubicBezTo>
                  <a:pt x="4501700" y="0"/>
                  <a:pt x="4598504" y="100626"/>
                  <a:pt x="4598504" y="224754"/>
                </a:cubicBezTo>
                <a:lnTo>
                  <a:pt x="4598504" y="3860208"/>
                </a:lnTo>
                <a:cubicBezTo>
                  <a:pt x="4598504" y="3984337"/>
                  <a:pt x="4501700" y="4084962"/>
                  <a:pt x="4382285" y="4084962"/>
                </a:cubicBezTo>
                <a:lnTo>
                  <a:pt x="216219" y="4084962"/>
                </a:lnTo>
                <a:cubicBezTo>
                  <a:pt x="96804" y="4084962"/>
                  <a:pt x="0" y="3984337"/>
                  <a:pt x="0" y="3860208"/>
                </a:cubicBezTo>
                <a:lnTo>
                  <a:pt x="0" y="224754"/>
                </a:lnTo>
                <a:cubicBezTo>
                  <a:pt x="0" y="100626"/>
                  <a:pt x="96804" y="0"/>
                  <a:pt x="21621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E9AF0-7616-21E3-5C98-061DF965BA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8939" y="1336001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F7126D28-1710-8B0A-9FE3-780C7BDB2F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0169269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2E613FC-630F-41A9-8B5F-7E0A9811FE3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58496" y="1636393"/>
            <a:ext cx="4663685" cy="2593429"/>
          </a:xfrm>
          <a:custGeom>
            <a:avLst/>
            <a:gdLst>
              <a:gd name="connsiteX0" fmla="*/ 0 w 4663685"/>
              <a:gd name="connsiteY0" fmla="*/ 0 h 2593429"/>
              <a:gd name="connsiteX1" fmla="*/ 4663685 w 4663685"/>
              <a:gd name="connsiteY1" fmla="*/ 0 h 2593429"/>
              <a:gd name="connsiteX2" fmla="*/ 4663685 w 4663685"/>
              <a:gd name="connsiteY2" fmla="*/ 2593429 h 2593429"/>
              <a:gd name="connsiteX3" fmla="*/ 0 w 4663685"/>
              <a:gd name="connsiteY3" fmla="*/ 2593429 h 2593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63685" h="2593429">
                <a:moveTo>
                  <a:pt x="0" y="0"/>
                </a:moveTo>
                <a:lnTo>
                  <a:pt x="4663685" y="0"/>
                </a:lnTo>
                <a:lnTo>
                  <a:pt x="4663685" y="2593429"/>
                </a:lnTo>
                <a:lnTo>
                  <a:pt x="0" y="25934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8C236A3-B433-0AE0-6F6C-ADA9651FE5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179E1205-A18D-C19B-8A8D-DE6B6F8A76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42745883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16B878-D898-4DC6-B0C9-591ECD6BB3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08408" y="1184719"/>
            <a:ext cx="3998913" cy="3464418"/>
          </a:xfrm>
          <a:custGeom>
            <a:avLst/>
            <a:gdLst>
              <a:gd name="connsiteX0" fmla="*/ 797719 w 3998913"/>
              <a:gd name="connsiteY0" fmla="*/ 0 h 3464418"/>
              <a:gd name="connsiteX1" fmla="*/ 3998913 w 3998913"/>
              <a:gd name="connsiteY1" fmla="*/ 1042987 h 3464418"/>
              <a:gd name="connsiteX2" fmla="*/ 2955132 w 3998913"/>
              <a:gd name="connsiteY2" fmla="*/ 3464418 h 3464418"/>
              <a:gd name="connsiteX3" fmla="*/ 0 w 3998913"/>
              <a:gd name="connsiteY3" fmla="*/ 2053925 h 3464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8913" h="3464418">
                <a:moveTo>
                  <a:pt x="797719" y="0"/>
                </a:moveTo>
                <a:lnTo>
                  <a:pt x="3998913" y="1042987"/>
                </a:lnTo>
                <a:lnTo>
                  <a:pt x="2955132" y="3464418"/>
                </a:lnTo>
                <a:lnTo>
                  <a:pt x="0" y="205392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D2D6CE0-6ED7-9932-A25D-6C78B96C04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09816" y="1361260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B67DA887-9F84-22FB-B421-0661EAAC2F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16323912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3018D256-3379-1261-2756-0E03D91FD6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82182" y="2254310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Content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1734433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9C91FAB-7600-4BD4-9C63-4F2FF2C19190}"/>
              </a:ext>
            </a:extLst>
          </p:cNvPr>
          <p:cNvGrpSpPr/>
          <p:nvPr userDrawn="1"/>
        </p:nvGrpSpPr>
        <p:grpSpPr>
          <a:xfrm>
            <a:off x="309324" y="3273040"/>
            <a:ext cx="11573353" cy="3587612"/>
            <a:chOff x="309324" y="3273040"/>
            <a:chExt cx="11573353" cy="3587612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033F4D4-3759-9686-A151-BCD88D73B31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3273040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07FA6E7-65F0-D157-230E-E133AE5B7C49}"/>
                </a:ext>
              </a:extLst>
            </p:cNvPr>
            <p:cNvSpPr/>
            <p:nvPr userDrawn="1"/>
          </p:nvSpPr>
          <p:spPr>
            <a:xfrm>
              <a:off x="3523144" y="4024394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49596BA-FA3C-FECA-CE6B-0FE9A75849FF}"/>
                </a:ext>
              </a:extLst>
            </p:cNvPr>
            <p:cNvSpPr/>
            <p:nvPr userDrawn="1"/>
          </p:nvSpPr>
          <p:spPr>
            <a:xfrm>
              <a:off x="6101400" y="4278224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0DBB012-6E51-E4D2-FD3D-D1018C8824BA}"/>
                </a:ext>
              </a:extLst>
            </p:cNvPr>
            <p:cNvSpPr/>
            <p:nvPr userDrawn="1"/>
          </p:nvSpPr>
          <p:spPr>
            <a:xfrm>
              <a:off x="309324" y="3897479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5240E645-110E-ADBD-F2D3-778CE36F2F4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3689333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C6DBCF7E-5E9B-069B-1C52-7A3DB6F1D58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3481186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70128EB-0346-668B-A9B0-67DF00EBB41C}"/>
                </a:ext>
              </a:extLst>
            </p:cNvPr>
            <p:cNvSpPr/>
            <p:nvPr userDrawn="1"/>
          </p:nvSpPr>
          <p:spPr>
            <a:xfrm>
              <a:off x="7372528" y="4151309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D856A4E8-27FD-BFBA-3828-9942048D1AFA}"/>
                </a:ext>
              </a:extLst>
            </p:cNvPr>
            <p:cNvSpPr/>
            <p:nvPr userDrawn="1"/>
          </p:nvSpPr>
          <p:spPr>
            <a:xfrm>
              <a:off x="944888" y="4912799"/>
              <a:ext cx="25200" cy="1943483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F409095-60AE-5ED3-A9FE-AFD9AA54D7C5}"/>
                </a:ext>
              </a:extLst>
            </p:cNvPr>
            <p:cNvSpPr/>
            <p:nvPr userDrawn="1"/>
          </p:nvSpPr>
          <p:spPr>
            <a:xfrm>
              <a:off x="2252016" y="5547373"/>
              <a:ext cx="25200" cy="1308908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E4F06C35-BD39-D9DE-3580-1DA4138DD320}"/>
                </a:ext>
              </a:extLst>
            </p:cNvPr>
            <p:cNvSpPr/>
            <p:nvPr userDrawn="1"/>
          </p:nvSpPr>
          <p:spPr>
            <a:xfrm>
              <a:off x="2887580" y="5166629"/>
              <a:ext cx="25200" cy="1689653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89246507-7C93-EE4C-21C0-E1CF0DD19F41}"/>
                </a:ext>
              </a:extLst>
            </p:cNvPr>
            <p:cNvSpPr/>
            <p:nvPr userDrawn="1"/>
          </p:nvSpPr>
          <p:spPr>
            <a:xfrm>
              <a:off x="4158708" y="4405139"/>
              <a:ext cx="25200" cy="2451143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E36B2EDF-FA8B-0FF0-B921-AD246B9C4F0D}"/>
                </a:ext>
              </a:extLst>
            </p:cNvPr>
            <p:cNvSpPr/>
            <p:nvPr userDrawn="1"/>
          </p:nvSpPr>
          <p:spPr>
            <a:xfrm>
              <a:off x="4794272" y="4532054"/>
              <a:ext cx="25200" cy="2324228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A302EA32-D69C-3C2D-A97F-3DE91E991140}"/>
                </a:ext>
              </a:extLst>
            </p:cNvPr>
            <p:cNvSpPr/>
            <p:nvPr userDrawn="1"/>
          </p:nvSpPr>
          <p:spPr>
            <a:xfrm>
              <a:off x="6736964" y="5674288"/>
              <a:ext cx="25200" cy="1181993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60149D19-3080-E0DB-ECC1-E6B14E5A9525}"/>
                </a:ext>
              </a:extLst>
            </p:cNvPr>
            <p:cNvSpPr/>
            <p:nvPr userDrawn="1"/>
          </p:nvSpPr>
          <p:spPr>
            <a:xfrm>
              <a:off x="8008092" y="5039714"/>
              <a:ext cx="25200" cy="1816568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73C35910-DE2C-5F17-06B5-86CF42CCC189}"/>
                </a:ext>
              </a:extLst>
            </p:cNvPr>
            <p:cNvSpPr/>
            <p:nvPr userDrawn="1"/>
          </p:nvSpPr>
          <p:spPr>
            <a:xfrm>
              <a:off x="9315220" y="4785884"/>
              <a:ext cx="25200" cy="207039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C55CF612-C43B-51DF-975B-0DFDF01B422F}"/>
                </a:ext>
              </a:extLst>
            </p:cNvPr>
            <p:cNvSpPr/>
            <p:nvPr userDrawn="1"/>
          </p:nvSpPr>
          <p:spPr>
            <a:xfrm>
              <a:off x="9950784" y="5420459"/>
              <a:ext cx="25200" cy="1435823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1B778DA9-F800-B347-3086-3C3B52FC983A}"/>
                </a:ext>
              </a:extLst>
            </p:cNvPr>
            <p:cNvSpPr/>
            <p:nvPr userDrawn="1"/>
          </p:nvSpPr>
          <p:spPr>
            <a:xfrm>
              <a:off x="10586348" y="5801197"/>
              <a:ext cx="25200" cy="1055086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9D60B837-3C73-ABDF-1D45-51DD74F22FE3}"/>
                </a:ext>
              </a:extLst>
            </p:cNvPr>
            <p:cNvSpPr/>
            <p:nvPr userDrawn="1"/>
          </p:nvSpPr>
          <p:spPr>
            <a:xfrm>
              <a:off x="11221912" y="4658969"/>
              <a:ext cx="25200" cy="2197313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9FD26E8D-68B6-0C0F-31F1-2B45F2035DDB}"/>
                </a:ext>
              </a:extLst>
            </p:cNvPr>
            <p:cNvSpPr/>
            <p:nvPr userDrawn="1"/>
          </p:nvSpPr>
          <p:spPr>
            <a:xfrm>
              <a:off x="11857477" y="5293544"/>
              <a:ext cx="25200" cy="1562738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7C2ACBA-5639-4B2A-8BF7-098ABF023151}"/>
              </a:ext>
            </a:extLst>
          </p:cNvPr>
          <p:cNvSpPr txBox="1"/>
          <p:nvPr userDrawn="1"/>
        </p:nvSpPr>
        <p:spPr>
          <a:xfrm>
            <a:off x="309523" y="378023"/>
            <a:ext cx="19919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PowerShell + DevOps </a:t>
            </a:r>
            <a:r>
              <a:rPr lang="en-US" sz="1400" b="1" kern="1200">
                <a:gradFill flip="none" rotWithShape="1">
                  <a:gsLst>
                    <a:gs pos="0">
                      <a:schemeClr val="accent3"/>
                    </a:gs>
                    <a:gs pos="100000">
                      <a:schemeClr val="accent4"/>
                    </a:gs>
                  </a:gsLst>
                  <a:lin ang="270000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Global Summit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37BFD9-1464-4228-FCE9-787B77E2F4BB}"/>
              </a:ext>
            </a:extLst>
          </p:cNvPr>
          <p:cNvSpPr txBox="1"/>
          <p:nvPr userDrawn="1"/>
        </p:nvSpPr>
        <p:spPr>
          <a:xfrm>
            <a:off x="5050772" y="6201827"/>
            <a:ext cx="1991947" cy="307777"/>
          </a:xfrm>
          <a:prstGeom prst="rect">
            <a:avLst/>
          </a:prstGeom>
          <a:solidFill>
            <a:srgbClr val="2298B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April 13-16</a:t>
            </a:r>
            <a:r>
              <a:rPr lang="en-US" sz="1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, 2026</a:t>
            </a:r>
          </a:p>
        </p:txBody>
      </p:sp>
      <p:pic>
        <p:nvPicPr>
          <p:cNvPr id="2" name="Picture 2" descr="See the source image">
            <a:extLst>
              <a:ext uri="{FF2B5EF4-FFF2-40B4-BE49-F238E27FC236}">
                <a16:creationId xmlns:a16="http://schemas.microsoft.com/office/drawing/2014/main" id="{8BC9188D-0421-911F-9F07-68606BC9BD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1" y="6212412"/>
            <a:ext cx="1482436" cy="522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E00CA1F1-F557-714B-4166-78EB6EB1A08E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9739775" y="185585"/>
            <a:ext cx="2177038" cy="52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225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59" r:id="rId12"/>
    <p:sldLayoutId id="2147483661" r:id="rId13"/>
    <p:sldLayoutId id="2147483662" r:id="rId14"/>
    <p:sldLayoutId id="2147483663" r:id="rId15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jeffbrown.tech/" TargetMode="External"/><Relationship Id="rId2" Type="http://schemas.openxmlformats.org/officeDocument/2006/relationships/hyperlink" Target="https://linkedin.com/in/jeffbrowntech" TargetMode="Externa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704A31F-EF31-8A4E-E0EA-3FDA4D928352}"/>
              </a:ext>
            </a:extLst>
          </p:cNvPr>
          <p:cNvGrpSpPr/>
          <p:nvPr/>
        </p:nvGrpSpPr>
        <p:grpSpPr>
          <a:xfrm>
            <a:off x="309324" y="3273040"/>
            <a:ext cx="11573353" cy="3587612"/>
            <a:chOff x="309324" y="4684536"/>
            <a:chExt cx="11573353" cy="2176115"/>
          </a:xfrm>
        </p:grpSpPr>
        <p:sp>
          <p:nvSpPr>
            <p:cNvPr id="3" name="Freeform 10">
              <a:extLst>
                <a:ext uri="{FF2B5EF4-FFF2-40B4-BE49-F238E27FC236}">
                  <a16:creationId xmlns:a16="http://schemas.microsoft.com/office/drawing/2014/main" id="{C0254C9C-EA6C-E992-5E15-12F67B3792B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4684536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406A943-9F41-D2D2-35EF-E9D15A5FFB3A}"/>
                </a:ext>
              </a:extLst>
            </p:cNvPr>
            <p:cNvSpPr/>
            <p:nvPr userDrawn="1"/>
          </p:nvSpPr>
          <p:spPr>
            <a:xfrm>
              <a:off x="3523144" y="5140280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DBD74D0-1798-E843-EF53-4BE8BD460B32}"/>
                </a:ext>
              </a:extLst>
            </p:cNvPr>
            <p:cNvSpPr/>
            <p:nvPr userDrawn="1"/>
          </p:nvSpPr>
          <p:spPr>
            <a:xfrm>
              <a:off x="6101400" y="5294244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541B640-242B-BBEE-87A2-DECA4D0E8424}"/>
                </a:ext>
              </a:extLst>
            </p:cNvPr>
            <p:cNvSpPr/>
            <p:nvPr userDrawn="1"/>
          </p:nvSpPr>
          <p:spPr>
            <a:xfrm>
              <a:off x="309324" y="5063298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 16">
              <a:extLst>
                <a:ext uri="{FF2B5EF4-FFF2-40B4-BE49-F238E27FC236}">
                  <a16:creationId xmlns:a16="http://schemas.microsoft.com/office/drawing/2014/main" id="{8247B6E2-0E43-A316-1835-E4CA57E6EA1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4937044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Freeform 17">
              <a:extLst>
                <a:ext uri="{FF2B5EF4-FFF2-40B4-BE49-F238E27FC236}">
                  <a16:creationId xmlns:a16="http://schemas.microsoft.com/office/drawing/2014/main" id="{DEA90EB9-5D84-CF3B-7C71-395E3D0A9C4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4810790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C6597D9-93AD-9E14-EDAC-083BDB7BEC40}"/>
                </a:ext>
              </a:extLst>
            </p:cNvPr>
            <p:cNvSpPr/>
            <p:nvPr userDrawn="1"/>
          </p:nvSpPr>
          <p:spPr>
            <a:xfrm>
              <a:off x="7372528" y="5217262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28">
              <a:extLst>
                <a:ext uri="{FF2B5EF4-FFF2-40B4-BE49-F238E27FC236}">
                  <a16:creationId xmlns:a16="http://schemas.microsoft.com/office/drawing/2014/main" id="{2FDCBFD3-E3B5-F202-C374-7A95F5980DF9}"/>
                </a:ext>
              </a:extLst>
            </p:cNvPr>
            <p:cNvSpPr/>
            <p:nvPr userDrawn="1"/>
          </p:nvSpPr>
          <p:spPr>
            <a:xfrm>
              <a:off x="944888" y="5679154"/>
              <a:ext cx="25200" cy="1178846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30">
              <a:extLst>
                <a:ext uri="{FF2B5EF4-FFF2-40B4-BE49-F238E27FC236}">
                  <a16:creationId xmlns:a16="http://schemas.microsoft.com/office/drawing/2014/main" id="{4CAAB506-027A-B25A-7408-B6918C2B0163}"/>
                </a:ext>
              </a:extLst>
            </p:cNvPr>
            <p:cNvSpPr/>
            <p:nvPr userDrawn="1"/>
          </p:nvSpPr>
          <p:spPr>
            <a:xfrm>
              <a:off x="2252016" y="6064064"/>
              <a:ext cx="25200" cy="793936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 32">
              <a:extLst>
                <a:ext uri="{FF2B5EF4-FFF2-40B4-BE49-F238E27FC236}">
                  <a16:creationId xmlns:a16="http://schemas.microsoft.com/office/drawing/2014/main" id="{2D002183-573B-F6C2-C349-0A7346C31DDC}"/>
                </a:ext>
              </a:extLst>
            </p:cNvPr>
            <p:cNvSpPr/>
            <p:nvPr userDrawn="1"/>
          </p:nvSpPr>
          <p:spPr>
            <a:xfrm>
              <a:off x="2887580" y="5833118"/>
              <a:ext cx="25200" cy="1024882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 35">
              <a:extLst>
                <a:ext uri="{FF2B5EF4-FFF2-40B4-BE49-F238E27FC236}">
                  <a16:creationId xmlns:a16="http://schemas.microsoft.com/office/drawing/2014/main" id="{3458DB6B-84AB-BE00-A98D-033DBF7F3CEC}"/>
                </a:ext>
              </a:extLst>
            </p:cNvPr>
            <p:cNvSpPr/>
            <p:nvPr userDrawn="1"/>
          </p:nvSpPr>
          <p:spPr>
            <a:xfrm>
              <a:off x="4158708" y="5371226"/>
              <a:ext cx="25200" cy="1486774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37">
              <a:extLst>
                <a:ext uri="{FF2B5EF4-FFF2-40B4-BE49-F238E27FC236}">
                  <a16:creationId xmlns:a16="http://schemas.microsoft.com/office/drawing/2014/main" id="{A4B62397-A998-6F3C-912A-C7000F3EB74F}"/>
                </a:ext>
              </a:extLst>
            </p:cNvPr>
            <p:cNvSpPr/>
            <p:nvPr userDrawn="1"/>
          </p:nvSpPr>
          <p:spPr>
            <a:xfrm>
              <a:off x="4794272" y="5448208"/>
              <a:ext cx="25200" cy="1409792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39">
              <a:extLst>
                <a:ext uri="{FF2B5EF4-FFF2-40B4-BE49-F238E27FC236}">
                  <a16:creationId xmlns:a16="http://schemas.microsoft.com/office/drawing/2014/main" id="{7931AB27-D710-9446-950E-954D34D125A6}"/>
                </a:ext>
              </a:extLst>
            </p:cNvPr>
            <p:cNvSpPr/>
            <p:nvPr userDrawn="1"/>
          </p:nvSpPr>
          <p:spPr>
            <a:xfrm>
              <a:off x="6736964" y="6141046"/>
              <a:ext cx="25200" cy="716954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41">
              <a:extLst>
                <a:ext uri="{FF2B5EF4-FFF2-40B4-BE49-F238E27FC236}">
                  <a16:creationId xmlns:a16="http://schemas.microsoft.com/office/drawing/2014/main" id="{AEBA23FB-8045-6B45-9D71-2C118614C548}"/>
                </a:ext>
              </a:extLst>
            </p:cNvPr>
            <p:cNvSpPr/>
            <p:nvPr userDrawn="1"/>
          </p:nvSpPr>
          <p:spPr>
            <a:xfrm>
              <a:off x="8008092" y="5756136"/>
              <a:ext cx="25200" cy="1101864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43">
              <a:extLst>
                <a:ext uri="{FF2B5EF4-FFF2-40B4-BE49-F238E27FC236}">
                  <a16:creationId xmlns:a16="http://schemas.microsoft.com/office/drawing/2014/main" id="{47D2A404-7850-6367-8C68-611A09CDC560}"/>
                </a:ext>
              </a:extLst>
            </p:cNvPr>
            <p:cNvSpPr/>
            <p:nvPr userDrawn="1"/>
          </p:nvSpPr>
          <p:spPr>
            <a:xfrm>
              <a:off x="9315220" y="5602172"/>
              <a:ext cx="25200" cy="125582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45">
              <a:extLst>
                <a:ext uri="{FF2B5EF4-FFF2-40B4-BE49-F238E27FC236}">
                  <a16:creationId xmlns:a16="http://schemas.microsoft.com/office/drawing/2014/main" id="{C1C989C5-A407-B562-B713-576A2485A695}"/>
                </a:ext>
              </a:extLst>
            </p:cNvPr>
            <p:cNvSpPr/>
            <p:nvPr userDrawn="1"/>
          </p:nvSpPr>
          <p:spPr>
            <a:xfrm>
              <a:off x="9950784" y="5987082"/>
              <a:ext cx="25200" cy="870918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7">
              <a:extLst>
                <a:ext uri="{FF2B5EF4-FFF2-40B4-BE49-F238E27FC236}">
                  <a16:creationId xmlns:a16="http://schemas.microsoft.com/office/drawing/2014/main" id="{1350824C-89AB-C83C-C91C-B70EF5D0AC7E}"/>
                </a:ext>
              </a:extLst>
            </p:cNvPr>
            <p:cNvSpPr/>
            <p:nvPr userDrawn="1"/>
          </p:nvSpPr>
          <p:spPr>
            <a:xfrm>
              <a:off x="10586348" y="6218024"/>
              <a:ext cx="25200" cy="639977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9">
              <a:extLst>
                <a:ext uri="{FF2B5EF4-FFF2-40B4-BE49-F238E27FC236}">
                  <a16:creationId xmlns:a16="http://schemas.microsoft.com/office/drawing/2014/main" id="{23D3AF71-F4C0-BAED-244E-DCBD08F3EA61}"/>
                </a:ext>
              </a:extLst>
            </p:cNvPr>
            <p:cNvSpPr/>
            <p:nvPr userDrawn="1"/>
          </p:nvSpPr>
          <p:spPr>
            <a:xfrm>
              <a:off x="11221912" y="5525190"/>
              <a:ext cx="25200" cy="1332810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51">
              <a:extLst>
                <a:ext uri="{FF2B5EF4-FFF2-40B4-BE49-F238E27FC236}">
                  <a16:creationId xmlns:a16="http://schemas.microsoft.com/office/drawing/2014/main" id="{758A5ADF-01F4-3710-BF33-47A561494866}"/>
                </a:ext>
              </a:extLst>
            </p:cNvPr>
            <p:cNvSpPr/>
            <p:nvPr userDrawn="1"/>
          </p:nvSpPr>
          <p:spPr>
            <a:xfrm>
              <a:off x="11857477" y="5910100"/>
              <a:ext cx="25200" cy="947900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D73641AE-B080-7FF6-1C78-E41F6FD55660}"/>
              </a:ext>
            </a:extLst>
          </p:cNvPr>
          <p:cNvSpPr txBox="1"/>
          <p:nvPr/>
        </p:nvSpPr>
        <p:spPr>
          <a:xfrm>
            <a:off x="196647" y="1070506"/>
            <a:ext cx="1179870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tabLst>
                <a:tab pos="3835400" algn="l"/>
              </a:tabLst>
            </a:pPr>
            <a:r>
              <a:rPr lang="en-US" sz="80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Building and Publishing Reusable PowerShell Tools</a:t>
            </a:r>
            <a:endParaRPr lang="en-US" sz="8000" b="1" dirty="0">
              <a:ln>
                <a:solidFill>
                  <a:schemeClr val="bg1"/>
                </a:solidFill>
              </a:ln>
              <a:gradFill flip="none" rotWithShape="1"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  <a:tileRect/>
              </a:gradFill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D6FF6D-E209-303E-C09F-D0BED1E668CB}"/>
              </a:ext>
            </a:extLst>
          </p:cNvPr>
          <p:cNvSpPr txBox="1"/>
          <p:nvPr/>
        </p:nvSpPr>
        <p:spPr>
          <a:xfrm>
            <a:off x="3363958" y="3960262"/>
            <a:ext cx="5290495" cy="432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 spc="400" dirty="0">
                <a:solidFill>
                  <a:schemeClr val="bg1"/>
                </a:solidFill>
                <a:latin typeface="Play" panose="00000500000000000000" pitchFamily="2" charset="0"/>
                <a:cs typeface="Space Grotesk" pitchFamily="2" charset="0"/>
              </a:rPr>
              <a:t>Jeff Brown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03A83D-15FC-86E3-E67D-0B27149CEBD7}"/>
              </a:ext>
            </a:extLst>
          </p:cNvPr>
          <p:cNvSpPr txBox="1"/>
          <p:nvPr/>
        </p:nvSpPr>
        <p:spPr>
          <a:xfrm>
            <a:off x="10920872" y="6138370"/>
            <a:ext cx="890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BF03E32-72BD-0347-AAE1-87B13DE37447}" type="slidenum">
              <a:rPr lang="en-ID" sz="2000" b="1" u="none" strike="noStrike" smtClea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1</a:t>
            </a:fld>
            <a:r>
              <a:rPr lang="en-ID" sz="2000" b="1" u="none" strike="noStrike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 </a:t>
            </a:r>
            <a:r>
              <a:rPr lang="en-ID" sz="1400" u="none" strike="noStrike" dirty="0">
                <a:solidFill>
                  <a:schemeClr val="bg1"/>
                </a:soli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/ 15</a:t>
            </a:r>
            <a:endParaRPr lang="en-US" sz="2000" dirty="0">
              <a:solidFill>
                <a:schemeClr val="bg1"/>
              </a:solidFill>
              <a:latin typeface="Play" panose="00000500000000000000" pitchFamily="2" charset="0"/>
              <a:ea typeface="Roboto Mono" pitchFamily="49" charset="0"/>
              <a:cs typeface="Space Grotesk" pitchFamily="2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A93C3EE-8D33-5092-8947-C57C4C294033}"/>
              </a:ext>
            </a:extLst>
          </p:cNvPr>
          <p:cNvSpPr/>
          <p:nvPr/>
        </p:nvSpPr>
        <p:spPr>
          <a:xfrm>
            <a:off x="3368799" y="3984537"/>
            <a:ext cx="5285657" cy="439362"/>
          </a:xfrm>
          <a:prstGeom prst="roundRect">
            <a:avLst>
              <a:gd name="adj" fmla="val 18112"/>
            </a:avLst>
          </a:prstGeom>
          <a:noFill/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FDE28B2-7605-D9E6-2B25-4FE00842F4E8}"/>
              </a:ext>
            </a:extLst>
          </p:cNvPr>
          <p:cNvSpPr/>
          <p:nvPr/>
        </p:nvSpPr>
        <p:spPr>
          <a:xfrm>
            <a:off x="3363959" y="4686913"/>
            <a:ext cx="5340895" cy="439362"/>
          </a:xfrm>
          <a:prstGeom prst="roundRect">
            <a:avLst>
              <a:gd name="adj" fmla="val 18112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26ABA97-73EA-77D4-BF16-AECA3FC29EBF}"/>
              </a:ext>
            </a:extLst>
          </p:cNvPr>
          <p:cNvSpPr txBox="1"/>
          <p:nvPr/>
        </p:nvSpPr>
        <p:spPr>
          <a:xfrm>
            <a:off x="3393266" y="4692957"/>
            <a:ext cx="5290495" cy="4293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1" spc="400" dirty="0" err="1">
                <a:latin typeface="Play"/>
                <a:cs typeface="Space Grotesk" pitchFamily="2" charset="0"/>
              </a:rPr>
              <a:t>Bsky</a:t>
            </a:r>
            <a:r>
              <a:rPr lang="en-US" b="1" spc="400" dirty="0">
                <a:latin typeface="Play"/>
                <a:cs typeface="Space Grotesk" pitchFamily="2" charset="0"/>
              </a:rPr>
              <a:t>: @jeffbrowntech</a:t>
            </a:r>
          </a:p>
        </p:txBody>
      </p:sp>
    </p:spTree>
    <p:extLst>
      <p:ext uri="{BB962C8B-B14F-4D97-AF65-F5344CB8AC3E}">
        <p14:creationId xmlns:p14="http://schemas.microsoft.com/office/powerpoint/2010/main" val="3331109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0389F69-0B58-8658-A704-5F055FCE8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4464"/>
            <a:ext cx="12192000" cy="552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19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432BA1-95D4-2FB8-8125-A913E0F395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39567" y="1318989"/>
            <a:ext cx="10419127" cy="4135480"/>
          </a:xfrm>
        </p:spPr>
        <p:txBody>
          <a:bodyPr/>
          <a:lstStyle/>
          <a:p>
            <a:r>
              <a:rPr lang="en-US" dirty="0"/>
              <a:t>19 years experience from Systems Administrator to DevOps Engineer</a:t>
            </a:r>
          </a:p>
          <a:p>
            <a:r>
              <a:rPr lang="en-US" dirty="0"/>
              <a:t>Started with VBScript</a:t>
            </a:r>
          </a:p>
          <a:p>
            <a:r>
              <a:rPr lang="en-US" dirty="0"/>
              <a:t>Moved to PowerShell for managing Lync &amp; Exchange Servers</a:t>
            </a:r>
          </a:p>
          <a:p>
            <a:r>
              <a:rPr lang="en-US" dirty="0"/>
              <a:t>Social</a:t>
            </a:r>
          </a:p>
          <a:p>
            <a:pPr lvl="1"/>
            <a:r>
              <a:rPr lang="en-US" dirty="0"/>
              <a:t>LinkedIn: </a:t>
            </a:r>
            <a:r>
              <a:rPr lang="en-US" dirty="0">
                <a:solidFill>
                  <a:schemeClr val="accent5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https://linkedin.com/in/jeffbrowntech</a:t>
            </a:r>
            <a:endParaRPr lang="en-US" dirty="0">
              <a:solidFill>
                <a:schemeClr val="accent5"/>
              </a:solidFill>
            </a:endParaRPr>
          </a:p>
          <a:p>
            <a:pPr lvl="1"/>
            <a:r>
              <a:rPr lang="en-US" dirty="0"/>
              <a:t>BlueSky: @JeffBrownTech</a:t>
            </a:r>
          </a:p>
          <a:p>
            <a:pPr lvl="1"/>
            <a:r>
              <a:rPr lang="en-US" dirty="0"/>
              <a:t>Blog: </a:t>
            </a:r>
            <a:r>
              <a:rPr lang="en-US" dirty="0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https://jeffbrown.tech</a:t>
            </a:r>
            <a:endParaRPr lang="en-US" dirty="0">
              <a:solidFill>
                <a:schemeClr val="accent5"/>
              </a:solidFill>
            </a:endParaRPr>
          </a:p>
          <a:p>
            <a:pPr lvl="1"/>
            <a:r>
              <a:rPr lang="en-US" dirty="0"/>
              <a:t>YouTube: Jeff Brown Tech</a:t>
            </a:r>
          </a:p>
          <a:p>
            <a:endParaRPr lang="en-US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640B683F-98A3-1548-9DF1-56A492027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2567" y="158091"/>
            <a:ext cx="8143337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Jeff Brown</a:t>
            </a:r>
          </a:p>
        </p:txBody>
      </p:sp>
    </p:spTree>
    <p:extLst>
      <p:ext uri="{BB962C8B-B14F-4D97-AF65-F5344CB8AC3E}">
        <p14:creationId xmlns:p14="http://schemas.microsoft.com/office/powerpoint/2010/main" val="3304102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988F99-0D8E-D74E-0F55-BA569F9C3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0FB11181-AD62-2DAC-7A14-2EBD4C159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2567" y="158091"/>
            <a:ext cx="8143337" cy="1325563"/>
          </a:xfrm>
        </p:spPr>
        <p:txBody>
          <a:bodyPr/>
          <a:lstStyle/>
          <a:p>
            <a:r>
              <a:rPr lang="en-US" sz="5400" dirty="0">
                <a:solidFill>
                  <a:schemeClr val="bg1"/>
                </a:solidFill>
              </a:rPr>
              <a:t>PowerShell Beginnings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43BF87-8097-0BC3-2A37-3BF755A51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59" y="2386089"/>
            <a:ext cx="11102481" cy="2085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297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1C162D-6E9A-1B57-B7C1-6FCBD4C6A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234E2C-8A6A-0F01-EC5C-11C2332746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39567" y="1318989"/>
            <a:ext cx="10282345" cy="4135480"/>
          </a:xfrm>
        </p:spPr>
        <p:txBody>
          <a:bodyPr/>
          <a:lstStyle/>
          <a:p>
            <a:r>
              <a:rPr lang="en-US" dirty="0"/>
              <a:t>Identify the problem</a:t>
            </a:r>
          </a:p>
          <a:p>
            <a:r>
              <a:rPr lang="en-US" dirty="0"/>
              <a:t>Create a tool to solve the problem</a:t>
            </a:r>
          </a:p>
          <a:p>
            <a:r>
              <a:rPr lang="en-US" dirty="0"/>
              <a:t>Make the tool better</a:t>
            </a:r>
          </a:p>
          <a:p>
            <a:r>
              <a:rPr lang="en-US" dirty="0"/>
              <a:t>Group multiple tools into a module</a:t>
            </a:r>
          </a:p>
          <a:p>
            <a:r>
              <a:rPr lang="en-US" dirty="0"/>
              <a:t>Publish the module to help others</a:t>
            </a:r>
          </a:p>
          <a:p>
            <a:r>
              <a:rPr lang="en-US" dirty="0"/>
              <a:t>Automate the whole thing</a:t>
            </a:r>
          </a:p>
          <a:p>
            <a:r>
              <a:rPr lang="en-US" dirty="0" err="1"/>
              <a:t>PowerAzPlus</a:t>
            </a:r>
            <a:r>
              <a:rPr lang="en-US" dirty="0"/>
              <a:t> Module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8A95907-26A1-5EF2-BCC7-4F181250B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76598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E9BCFC-4B00-2685-7529-4744FEB31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E82BE2-6738-E090-2887-EF8F5FE26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2966" y="509484"/>
            <a:ext cx="8473214" cy="1325563"/>
          </a:xfrm>
        </p:spPr>
        <p:txBody>
          <a:bodyPr/>
          <a:lstStyle/>
          <a:p>
            <a:r>
              <a:rPr lang="en-US" sz="6000" dirty="0">
                <a:solidFill>
                  <a:schemeClr val="bg1"/>
                </a:solidFill>
              </a:rPr>
              <a:t>The PowerShell Journey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182CC61-BF45-2BA9-3739-67466D1AE7FC}"/>
              </a:ext>
            </a:extLst>
          </p:cNvPr>
          <p:cNvGrpSpPr/>
          <p:nvPr/>
        </p:nvGrpSpPr>
        <p:grpSpPr>
          <a:xfrm>
            <a:off x="937727" y="2732123"/>
            <a:ext cx="1935271" cy="914400"/>
            <a:chOff x="400832" y="2971800"/>
            <a:chExt cx="1935271" cy="9144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F082473-7ED4-81C7-2F74-3D28EBEB64B4}"/>
                </a:ext>
              </a:extLst>
            </p:cNvPr>
            <p:cNvSpPr/>
            <p:nvPr/>
          </p:nvSpPr>
          <p:spPr>
            <a:xfrm>
              <a:off x="400832" y="2971800"/>
              <a:ext cx="914400" cy="914400"/>
            </a:xfrm>
            <a:prstGeom prst="ellipse">
              <a:avLst/>
            </a:prstGeom>
            <a:noFill/>
            <a:ln w="762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15CA14E-152B-B37F-5FB0-1CEB94E74050}"/>
                </a:ext>
              </a:extLst>
            </p:cNvPr>
            <p:cNvSpPr/>
            <p:nvPr/>
          </p:nvSpPr>
          <p:spPr>
            <a:xfrm>
              <a:off x="583712" y="3154680"/>
              <a:ext cx="548640" cy="548640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D14554D6-DBB8-5A10-DFB7-5A08C57B50B9}"/>
                </a:ext>
              </a:extLst>
            </p:cNvPr>
            <p:cNvSpPr/>
            <p:nvPr/>
          </p:nvSpPr>
          <p:spPr>
            <a:xfrm>
              <a:off x="1315232" y="3161256"/>
              <a:ext cx="1020871" cy="535488"/>
            </a:xfrm>
            <a:prstGeom prst="rightArrow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5821E91-F03A-EB9D-34A9-E8CBD7EC49A8}"/>
              </a:ext>
            </a:extLst>
          </p:cNvPr>
          <p:cNvSpPr txBox="1"/>
          <p:nvPr/>
        </p:nvSpPr>
        <p:spPr>
          <a:xfrm>
            <a:off x="818525" y="3925657"/>
            <a:ext cx="20672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Completing a task using command line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C4121C2-D426-3228-27E5-C0995E6716DE}"/>
              </a:ext>
            </a:extLst>
          </p:cNvPr>
          <p:cNvGrpSpPr/>
          <p:nvPr/>
        </p:nvGrpSpPr>
        <p:grpSpPr>
          <a:xfrm>
            <a:off x="3265245" y="2771580"/>
            <a:ext cx="1935271" cy="914400"/>
            <a:chOff x="2425447" y="3011257"/>
            <a:chExt cx="1935271" cy="9144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73C4F0C-CBE7-E187-AE81-098ECED06527}"/>
                </a:ext>
              </a:extLst>
            </p:cNvPr>
            <p:cNvSpPr/>
            <p:nvPr/>
          </p:nvSpPr>
          <p:spPr>
            <a:xfrm>
              <a:off x="2425447" y="3011257"/>
              <a:ext cx="914400" cy="914400"/>
            </a:xfrm>
            <a:prstGeom prst="ellipse">
              <a:avLst/>
            </a:prstGeom>
            <a:noFill/>
            <a:ln w="7620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D691ED6-15CE-9F2D-8455-1EDCC9D2DAA1}"/>
                </a:ext>
              </a:extLst>
            </p:cNvPr>
            <p:cNvSpPr/>
            <p:nvPr/>
          </p:nvSpPr>
          <p:spPr>
            <a:xfrm>
              <a:off x="2608327" y="3194137"/>
              <a:ext cx="548640" cy="54864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5878DB08-B8E1-823E-721C-760FA5EFD990}"/>
                </a:ext>
              </a:extLst>
            </p:cNvPr>
            <p:cNvSpPr/>
            <p:nvPr/>
          </p:nvSpPr>
          <p:spPr>
            <a:xfrm>
              <a:off x="3339847" y="3200713"/>
              <a:ext cx="1020871" cy="535488"/>
            </a:xfrm>
            <a:prstGeom prst="rightArrow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22F758CD-CBB0-A73F-AB15-48F9F5BCC819}"/>
              </a:ext>
            </a:extLst>
          </p:cNvPr>
          <p:cNvSpPr txBox="1"/>
          <p:nvPr/>
        </p:nvSpPr>
        <p:spPr>
          <a:xfrm>
            <a:off x="3095417" y="3925657"/>
            <a:ext cx="20672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Make process repeatable using a script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0B195F4-534A-DD77-EEA2-B83A71A1661D}"/>
              </a:ext>
            </a:extLst>
          </p:cNvPr>
          <p:cNvGrpSpPr/>
          <p:nvPr/>
        </p:nvGrpSpPr>
        <p:grpSpPr>
          <a:xfrm>
            <a:off x="5592763" y="2779931"/>
            <a:ext cx="1935271" cy="914400"/>
            <a:chOff x="4450062" y="3019608"/>
            <a:chExt cx="1935271" cy="9144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A8DB5E3-AE16-C707-DB13-4843361F9FCE}"/>
                </a:ext>
              </a:extLst>
            </p:cNvPr>
            <p:cNvSpPr/>
            <p:nvPr/>
          </p:nvSpPr>
          <p:spPr>
            <a:xfrm>
              <a:off x="4450062" y="3019608"/>
              <a:ext cx="914400" cy="914400"/>
            </a:xfrm>
            <a:prstGeom prst="ellipse">
              <a:avLst/>
            </a:prstGeom>
            <a:noFill/>
            <a:ln w="762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86465E1-6721-5979-4670-049F1E7F0D06}"/>
                </a:ext>
              </a:extLst>
            </p:cNvPr>
            <p:cNvSpPr/>
            <p:nvPr/>
          </p:nvSpPr>
          <p:spPr>
            <a:xfrm>
              <a:off x="4632942" y="3202488"/>
              <a:ext cx="548640" cy="54864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Arrow: Right 24">
              <a:extLst>
                <a:ext uri="{FF2B5EF4-FFF2-40B4-BE49-F238E27FC236}">
                  <a16:creationId xmlns:a16="http://schemas.microsoft.com/office/drawing/2014/main" id="{23CBD565-FBB1-A3B6-6EF9-2EE0C3C38B08}"/>
                </a:ext>
              </a:extLst>
            </p:cNvPr>
            <p:cNvSpPr/>
            <p:nvPr/>
          </p:nvSpPr>
          <p:spPr>
            <a:xfrm>
              <a:off x="5364462" y="3209064"/>
              <a:ext cx="1020871" cy="535488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7531E02B-BFB6-765A-A346-259A0AA36875}"/>
              </a:ext>
            </a:extLst>
          </p:cNvPr>
          <p:cNvSpPr txBox="1"/>
          <p:nvPr/>
        </p:nvSpPr>
        <p:spPr>
          <a:xfrm>
            <a:off x="5372309" y="3925657"/>
            <a:ext cx="2067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Create your own tools with functions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05BDDDA-ACEE-FBE6-3C3E-4AE10D85ABA5}"/>
              </a:ext>
            </a:extLst>
          </p:cNvPr>
          <p:cNvGrpSpPr/>
          <p:nvPr/>
        </p:nvGrpSpPr>
        <p:grpSpPr>
          <a:xfrm>
            <a:off x="7920281" y="2786507"/>
            <a:ext cx="1935271" cy="914400"/>
            <a:chOff x="6518944" y="3026184"/>
            <a:chExt cx="1935271" cy="91440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6366B4F-B107-7387-445F-F06C333A240E}"/>
                </a:ext>
              </a:extLst>
            </p:cNvPr>
            <p:cNvSpPr/>
            <p:nvPr/>
          </p:nvSpPr>
          <p:spPr>
            <a:xfrm>
              <a:off x="6518944" y="3026184"/>
              <a:ext cx="914400" cy="914400"/>
            </a:xfrm>
            <a:prstGeom prst="ellipse">
              <a:avLst/>
            </a:prstGeom>
            <a:noFill/>
            <a:ln w="762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C571E07-3770-0CE0-2E89-840160F75A9F}"/>
                </a:ext>
              </a:extLst>
            </p:cNvPr>
            <p:cNvSpPr/>
            <p:nvPr/>
          </p:nvSpPr>
          <p:spPr>
            <a:xfrm>
              <a:off x="6701824" y="3209064"/>
              <a:ext cx="548640" cy="54864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Arrow: Right 28">
              <a:extLst>
                <a:ext uri="{FF2B5EF4-FFF2-40B4-BE49-F238E27FC236}">
                  <a16:creationId xmlns:a16="http://schemas.microsoft.com/office/drawing/2014/main" id="{63874A82-97D1-2077-0E16-9FD02A310851}"/>
                </a:ext>
              </a:extLst>
            </p:cNvPr>
            <p:cNvSpPr/>
            <p:nvPr/>
          </p:nvSpPr>
          <p:spPr>
            <a:xfrm>
              <a:off x="7433344" y="3215640"/>
              <a:ext cx="1020871" cy="535488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15962B37-CA9E-2CB8-5EB7-12C5D7249255}"/>
              </a:ext>
            </a:extLst>
          </p:cNvPr>
          <p:cNvSpPr txBox="1"/>
          <p:nvPr/>
        </p:nvSpPr>
        <p:spPr>
          <a:xfrm>
            <a:off x="7649201" y="3925657"/>
            <a:ext cx="20672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Put functions together in a module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EBAB4B6-AAA1-52EE-8A9D-432BA6EB808F}"/>
              </a:ext>
            </a:extLst>
          </p:cNvPr>
          <p:cNvGrpSpPr/>
          <p:nvPr/>
        </p:nvGrpSpPr>
        <p:grpSpPr>
          <a:xfrm>
            <a:off x="10247799" y="2779931"/>
            <a:ext cx="914400" cy="914400"/>
            <a:chOff x="8767143" y="3026184"/>
            <a:chExt cx="914400" cy="91440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3B28453C-68E4-2E6A-438A-898A883ED8DD}"/>
                </a:ext>
              </a:extLst>
            </p:cNvPr>
            <p:cNvSpPr/>
            <p:nvPr/>
          </p:nvSpPr>
          <p:spPr>
            <a:xfrm>
              <a:off x="8767143" y="3026184"/>
              <a:ext cx="914400" cy="914400"/>
            </a:xfrm>
            <a:prstGeom prst="ellipse">
              <a:avLst/>
            </a:prstGeom>
            <a:noFill/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553617A-BC5A-AC77-5832-658A3771B829}"/>
                </a:ext>
              </a:extLst>
            </p:cNvPr>
            <p:cNvSpPr/>
            <p:nvPr/>
          </p:nvSpPr>
          <p:spPr>
            <a:xfrm>
              <a:off x="8950023" y="3209064"/>
              <a:ext cx="548640" cy="548640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B8F0A66-0A80-BA51-455A-1D11D5C54600}"/>
              </a:ext>
            </a:extLst>
          </p:cNvPr>
          <p:cNvSpPr txBox="1"/>
          <p:nvPr/>
        </p:nvSpPr>
        <p:spPr>
          <a:xfrm>
            <a:off x="9926092" y="3925657"/>
            <a:ext cx="15578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Publishing a module</a:t>
            </a:r>
          </a:p>
        </p:txBody>
      </p:sp>
      <p:pic>
        <p:nvPicPr>
          <p:cNvPr id="15" name="Graphic 14" descr="Water with solid fill">
            <a:extLst>
              <a:ext uri="{FF2B5EF4-FFF2-40B4-BE49-F238E27FC236}">
                <a16:creationId xmlns:a16="http://schemas.microsoft.com/office/drawing/2014/main" id="{5CD808E4-3219-F0A1-05A5-B5C2B75F78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4496651" y="1434037"/>
            <a:ext cx="1643584" cy="164358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CB5890B-4604-D254-8D2B-11EA7AB3AB34}"/>
              </a:ext>
            </a:extLst>
          </p:cNvPr>
          <p:cNvSpPr txBox="1"/>
          <p:nvPr/>
        </p:nvSpPr>
        <p:spPr>
          <a:xfrm>
            <a:off x="4861243" y="1759173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You Are Here?</a:t>
            </a:r>
          </a:p>
        </p:txBody>
      </p:sp>
    </p:spTree>
    <p:extLst>
      <p:ext uri="{BB962C8B-B14F-4D97-AF65-F5344CB8AC3E}">
        <p14:creationId xmlns:p14="http://schemas.microsoft.com/office/powerpoint/2010/main" val="3835124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2" grpId="0"/>
      <p:bldP spid="26" grpId="0"/>
      <p:bldP spid="34" grpId="0"/>
      <p:bldP spid="10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46B87C-8776-5616-FE7B-C4AD7B75C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C901B4-2217-80E3-158A-734402156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Learn More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4C760F4-5394-56D6-26DE-A009172C29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0346" y="1145094"/>
            <a:ext cx="3173354" cy="4763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1B4A96C-9130-501A-E50D-733A830C6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301" y="1145095"/>
            <a:ext cx="3664022" cy="4763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9355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68F477-A0E3-24C0-2BD7-74D68A28A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D3EA93-4835-E5BB-7466-8E6022ECB3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39567" y="1318989"/>
            <a:ext cx="10792437" cy="4135480"/>
          </a:xfrm>
        </p:spPr>
        <p:txBody>
          <a:bodyPr/>
          <a:lstStyle/>
          <a:p>
            <a:r>
              <a:rPr lang="en-US" sz="2600" dirty="0">
                <a:solidFill>
                  <a:schemeClr val="accent5"/>
                </a:solidFill>
              </a:rPr>
              <a:t>Everything On-Prem: From Git to Gallery with Open Source</a:t>
            </a:r>
            <a:br>
              <a:rPr lang="en-US" sz="2600" dirty="0">
                <a:solidFill>
                  <a:schemeClr val="accent5"/>
                </a:solidFill>
              </a:rPr>
            </a:br>
            <a:r>
              <a:rPr lang="en-US" sz="2600" dirty="0"/>
              <a:t>Emrys MacInally</a:t>
            </a:r>
          </a:p>
          <a:p>
            <a:r>
              <a:rPr lang="en-US" sz="2600" dirty="0">
                <a:solidFill>
                  <a:schemeClr val="accent5"/>
                </a:solidFill>
              </a:rPr>
              <a:t>From Script to Tool: Building Robust, Meaningful Tools with PowerShell</a:t>
            </a:r>
            <a:br>
              <a:rPr lang="en-US" sz="2600" dirty="0">
                <a:solidFill>
                  <a:schemeClr val="accent5"/>
                </a:solidFill>
              </a:rPr>
            </a:br>
            <a:r>
              <a:rPr lang="en-US" sz="2600" dirty="0"/>
              <a:t>Matt McElreath</a:t>
            </a:r>
          </a:p>
          <a:p>
            <a:r>
              <a:rPr lang="en-US" sz="2600" dirty="0">
                <a:solidFill>
                  <a:schemeClr val="accent5"/>
                </a:solidFill>
              </a:rPr>
              <a:t>Mastering PowerShell Parameters: Advanced Techniques and Best Practices</a:t>
            </a:r>
            <a:br>
              <a:rPr lang="en-US" sz="2600" dirty="0"/>
            </a:br>
            <a:r>
              <a:rPr lang="en-US" sz="2600" dirty="0"/>
              <a:t>Jeff Hicks</a:t>
            </a:r>
          </a:p>
          <a:p>
            <a:r>
              <a:rPr lang="en-US" sz="2600" dirty="0">
                <a:solidFill>
                  <a:schemeClr val="accent5"/>
                </a:solidFill>
              </a:rPr>
              <a:t>Take your PowerShell to the next level with error handling and debugging</a:t>
            </a:r>
            <a:br>
              <a:rPr lang="en-US" sz="2600" dirty="0">
                <a:solidFill>
                  <a:schemeClr val="accent5"/>
                </a:solidFill>
              </a:rPr>
            </a:br>
            <a:r>
              <a:rPr lang="en-US" sz="2600" dirty="0"/>
              <a:t>Matt McElreath</a:t>
            </a:r>
          </a:p>
          <a:p>
            <a:r>
              <a:rPr lang="en-US" sz="2600" dirty="0">
                <a:solidFill>
                  <a:schemeClr val="accent5"/>
                </a:solidFill>
              </a:rPr>
              <a:t>Publish PowerShell help content using </a:t>
            </a:r>
            <a:r>
              <a:rPr lang="en-US" sz="2600" dirty="0" err="1">
                <a:solidFill>
                  <a:schemeClr val="accent5"/>
                </a:solidFill>
              </a:rPr>
              <a:t>PlatyPS</a:t>
            </a:r>
            <a:r>
              <a:rPr lang="en-US" sz="2600" dirty="0">
                <a:solidFill>
                  <a:schemeClr val="accent5"/>
                </a:solidFill>
              </a:rPr>
              <a:t> v1.0</a:t>
            </a:r>
            <a:br>
              <a:rPr lang="en-US" sz="2600" dirty="0">
                <a:solidFill>
                  <a:schemeClr val="accent5"/>
                </a:solidFill>
              </a:rPr>
            </a:br>
            <a:r>
              <a:rPr lang="en-US" sz="2600" dirty="0"/>
              <a:t>Sean Wheeler, Stephen Valdinger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C314C1E-FC1D-D8A9-DCFC-4ED865546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Sessions</a:t>
            </a:r>
          </a:p>
        </p:txBody>
      </p:sp>
    </p:spTree>
    <p:extLst>
      <p:ext uri="{BB962C8B-B14F-4D97-AF65-F5344CB8AC3E}">
        <p14:creationId xmlns:p14="http://schemas.microsoft.com/office/powerpoint/2010/main" val="568292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95610F-322B-4DD1-8AA0-F9773EDD4C17}"/>
              </a:ext>
            </a:extLst>
          </p:cNvPr>
          <p:cNvSpPr txBox="1"/>
          <p:nvPr/>
        </p:nvSpPr>
        <p:spPr>
          <a:xfrm>
            <a:off x="929862" y="577865"/>
            <a:ext cx="10323517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tabLst>
                <a:tab pos="3835400" algn="l"/>
              </a:tabLst>
              <a:defRPr sz="180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defRPr>
            </a:lvl1pPr>
          </a:lstStyle>
          <a:p>
            <a:r>
              <a:rPr lang="en-US" sz="12500" dirty="0">
                <a:ln>
                  <a:solidFill>
                    <a:schemeClr val="bg1"/>
                  </a:solidFill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</a:rPr>
              <a:t>THANK YOU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3C9207-59EB-04DC-C4D8-A685A328FC4D}"/>
              </a:ext>
            </a:extLst>
          </p:cNvPr>
          <p:cNvSpPr txBox="1"/>
          <p:nvPr/>
        </p:nvSpPr>
        <p:spPr>
          <a:xfrm>
            <a:off x="892549" y="2911146"/>
            <a:ext cx="10395162" cy="2554545"/>
          </a:xfrm>
          <a:prstGeom prst="rect">
            <a:avLst/>
          </a:pr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3499211612">
                  <a:custGeom>
                    <a:avLst/>
                    <a:gdLst>
                      <a:gd name="connsiteX0" fmla="*/ 0 w 10395162"/>
                      <a:gd name="connsiteY0" fmla="*/ 0 h 2554545"/>
                      <a:gd name="connsiteX1" fmla="*/ 10395162 w 10395162"/>
                      <a:gd name="connsiteY1" fmla="*/ 0 h 2554545"/>
                      <a:gd name="connsiteX2" fmla="*/ 10395162 w 10395162"/>
                      <a:gd name="connsiteY2" fmla="*/ 2554545 h 2554545"/>
                      <a:gd name="connsiteX3" fmla="*/ 0 w 10395162"/>
                      <a:gd name="connsiteY3" fmla="*/ 2554545 h 2554545"/>
                      <a:gd name="connsiteX4" fmla="*/ 0 w 10395162"/>
                      <a:gd name="connsiteY4" fmla="*/ 0 h 25545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395162" h="2554545" fill="none" extrusionOk="0">
                        <a:moveTo>
                          <a:pt x="0" y="0"/>
                        </a:moveTo>
                        <a:cubicBezTo>
                          <a:pt x="3985294" y="-149972"/>
                          <a:pt x="6523629" y="85198"/>
                          <a:pt x="10395162" y="0"/>
                        </a:cubicBezTo>
                        <a:cubicBezTo>
                          <a:pt x="10564573" y="1174859"/>
                          <a:pt x="10480716" y="1646850"/>
                          <a:pt x="10395162" y="2554545"/>
                        </a:cubicBezTo>
                        <a:cubicBezTo>
                          <a:pt x="6590769" y="2645921"/>
                          <a:pt x="1602055" y="2548488"/>
                          <a:pt x="0" y="2554545"/>
                        </a:cubicBezTo>
                        <a:cubicBezTo>
                          <a:pt x="-92943" y="1774908"/>
                          <a:pt x="-168235" y="1020494"/>
                          <a:pt x="0" y="0"/>
                        </a:cubicBezTo>
                        <a:close/>
                      </a:path>
                      <a:path w="10395162" h="2554545" stroke="0" extrusionOk="0">
                        <a:moveTo>
                          <a:pt x="0" y="0"/>
                        </a:moveTo>
                        <a:cubicBezTo>
                          <a:pt x="1857884" y="-113254"/>
                          <a:pt x="8375565" y="102601"/>
                          <a:pt x="10395162" y="0"/>
                        </a:cubicBezTo>
                        <a:cubicBezTo>
                          <a:pt x="10342337" y="1023273"/>
                          <a:pt x="10518336" y="1768550"/>
                          <a:pt x="10395162" y="2554545"/>
                        </a:cubicBezTo>
                        <a:cubicBezTo>
                          <a:pt x="6772999" y="2610355"/>
                          <a:pt x="4536916" y="2723503"/>
                          <a:pt x="0" y="2554545"/>
                        </a:cubicBezTo>
                        <a:cubicBezTo>
                          <a:pt x="-144930" y="2188085"/>
                          <a:pt x="-18259" y="36477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5400" b="1" cap="small" spc="400" dirty="0">
                <a:solidFill>
                  <a:schemeClr val="bg1"/>
                </a:solidFill>
                <a:latin typeface="Cambria"/>
                <a:ea typeface="Cambria"/>
                <a:cs typeface="Space Grotesk" pitchFamily="2" charset="0"/>
              </a:rPr>
              <a:t>Feedback is a gift</a:t>
            </a:r>
            <a:br>
              <a:rPr lang="en-US" sz="5400" b="1" cap="small" spc="400" dirty="0">
                <a:latin typeface="Space"/>
                <a:cs typeface="Space Grotesk" pitchFamily="2" charset="0"/>
              </a:rPr>
            </a:b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4400" b="1" cap="small" spc="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Please review this session </a:t>
            </a:r>
          </a:p>
          <a:p>
            <a:pPr algn="ctr"/>
            <a:r>
              <a:rPr lang="en-US" sz="4400" b="1" cap="small" spc="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via the mobile App</a:t>
            </a:r>
            <a:endParaRPr lang="en-US" sz="4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B4C12DB-2D4D-6777-8D8B-0B0A0FFA82B7}"/>
              </a:ext>
            </a:extLst>
          </p:cNvPr>
          <p:cNvCxnSpPr>
            <a:cxnSpLocks/>
          </p:cNvCxnSpPr>
          <p:nvPr/>
        </p:nvCxnSpPr>
        <p:spPr>
          <a:xfrm>
            <a:off x="898419" y="3911600"/>
            <a:ext cx="1039516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38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00000"/>
      </a:dk1>
      <a:lt1>
        <a:sysClr val="window" lastClr="FFFFFF"/>
      </a:lt1>
      <a:dk2>
        <a:srgbClr val="323232"/>
      </a:dk2>
      <a:lt2>
        <a:srgbClr val="E3DED1"/>
      </a:lt2>
      <a:accent1>
        <a:srgbClr val="2B2D78"/>
      </a:accent1>
      <a:accent2>
        <a:srgbClr val="92278F"/>
      </a:accent2>
      <a:accent3>
        <a:srgbClr val="00AEEF"/>
      </a:accent3>
      <a:accent4>
        <a:srgbClr val="92278F"/>
      </a:accent4>
      <a:accent5>
        <a:srgbClr val="0082C6"/>
      </a:accent5>
      <a:accent6>
        <a:srgbClr val="C19859"/>
      </a:accent6>
      <a:hlink>
        <a:srgbClr val="92278F"/>
      </a:hlink>
      <a:folHlink>
        <a:srgbClr val="92278F"/>
      </a:folHlink>
    </a:clrScheme>
    <a:fontScheme name="Custom 1">
      <a:majorFont>
        <a:latin typeface="Space "/>
        <a:ea typeface=""/>
        <a:cs typeface=""/>
      </a:majorFont>
      <a:minorFont>
        <a:latin typeface="Play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898A77C9D58B48B3D389FB6B71E66B" ma:contentTypeVersion="14" ma:contentTypeDescription="Create a new document." ma:contentTypeScope="" ma:versionID="b76abc03e553526702f85a8d844c9122">
  <xsd:schema xmlns:xsd="http://www.w3.org/2001/XMLSchema" xmlns:xs="http://www.w3.org/2001/XMLSchema" xmlns:p="http://schemas.microsoft.com/office/2006/metadata/properties" xmlns:ns2="ca649edd-3005-4233-a3e7-8a8d225fe916" xmlns:ns3="5716c540-f2cb-4866-ac44-22c3da4c8498" targetNamespace="http://schemas.microsoft.com/office/2006/metadata/properties" ma:root="true" ma:fieldsID="87444cf601e289e5bece5546c2dc3f6d" ns2:_="" ns3:_="">
    <xsd:import namespace="ca649edd-3005-4233-a3e7-8a8d225fe916"/>
    <xsd:import namespace="5716c540-f2cb-4866-ac44-22c3da4c849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649edd-3005-4233-a3e7-8a8d225fe91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16c540-f2cb-4866-ac44-22c3da4c84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006EE50-1D82-46FC-9C08-78DA96263726}">
  <ds:schemaRefs>
    <ds:schemaRef ds:uri="5716c540-f2cb-4866-ac44-22c3da4c8498"/>
    <ds:schemaRef ds:uri="ca649edd-3005-4233-a3e7-8a8d225fe91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EED9375-ABFC-47C9-99E2-11F11E7CDC1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7B3771F-02E9-4BEE-AE04-07949018D5BF}">
  <ds:schemaRefs>
    <ds:schemaRef ds:uri="5716c540-f2cb-4866-ac44-22c3da4c8498"/>
    <ds:schemaRef ds:uri="ca649edd-3005-4233-a3e7-8a8d225fe91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a70051d7-ca08-4339-bade-6d710a2ff616}" enabled="0" method="" siteId="{a70051d7-ca08-4339-bade-6d710a2ff61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2199</TotalTime>
  <Words>222</Words>
  <Application>Microsoft Office PowerPoint</Application>
  <PresentationFormat>Widescreen</PresentationFormat>
  <Paragraphs>41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Cambria</vt:lpstr>
      <vt:lpstr>Play</vt:lpstr>
      <vt:lpstr>Play </vt:lpstr>
      <vt:lpstr>Space</vt:lpstr>
      <vt:lpstr>Space Grotesk</vt:lpstr>
      <vt:lpstr>Office Theme</vt:lpstr>
      <vt:lpstr>PowerPoint Presentation</vt:lpstr>
      <vt:lpstr>PowerPoint Presentation</vt:lpstr>
      <vt:lpstr>Jeff Brown</vt:lpstr>
      <vt:lpstr>PowerShell Beginnings</vt:lpstr>
      <vt:lpstr>Agenda</vt:lpstr>
      <vt:lpstr>The PowerShell Journey</vt:lpstr>
      <vt:lpstr>Learn More</vt:lpstr>
      <vt:lpstr>Sessions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/>
  <cp:lastModifiedBy>Jeff Brown</cp:lastModifiedBy>
  <cp:revision>3</cp:revision>
  <dcterms:created xsi:type="dcterms:W3CDTF">2022-12-09T06:31:24Z</dcterms:created>
  <dcterms:modified xsi:type="dcterms:W3CDTF">2026-04-12T15:57:21Z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0x010100C0898A77C9D58B48B3D389FB6B71E66B</vt:lpwstr>
  </property>
</Properties>
</file>